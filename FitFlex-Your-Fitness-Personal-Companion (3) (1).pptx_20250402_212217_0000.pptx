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package.core-properties+xml" PartName="/docProps/core.xml"/>
</Types>
</file>

<file path=_rels/.rels><?xml version="1.0" encoding="UTF-8" standalone="yes"?><Relationships xmlns="http://schemas.openxmlformats.org/package/2006/relationships"><Relationship Id="rId4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2" Target="docProps/app.xml" Type="http://schemas.openxmlformats.org/officeDocument/2006/relationships/extended-properties"/><Relationship Id="rId1" Target="docProps/thumbnail.jpeg" Type="http://schemas.openxmlformats.org/package/2006/relationships/metadata/thumbnai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8288000" cy="10287000"/>
  <p:notesSz cx="6858000" cy="9144000"/>
  <p:embeddedFontLst>
    <p:embeddedFont>
      <p:font charset="0" panose="020B0604020202020204" typeface="Petrona"/>
      <p:regular r:id="rId26"/>
    </p:embeddedFont>
    <p:embeddedFont>
      <p:font charset="0" panose="020B0604020202020204" typeface="Inter"/>
      <p:regular r:id="rId27"/>
    </p:embeddedFont>
    <p:embeddedFont>
      <p:font charset="0" panose="020F0502020204030204" pitchFamily="34" typeface="Calibri"/>
      <p:regular r:id="rId28"/>
      <p:bold r:id="rId29"/>
      <p:italic r:id="rId30"/>
      <p:boldItalic r:id="rId31"/>
    </p:embeddedFont>
  </p:embeddedFontLst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autoAdjust="0" sz="15620"/>
    <p:restoredTop autoAdjust="0" sz="94622"/>
  </p:normalViewPr>
  <p:slideViewPr>
    <p:cSldViewPr>
      <p:cViewPr varScale="1">
        <p:scale>
          <a:sx d="100" n="47"/>
          <a:sy d="100" n="47"/>
        </p:scale>
        <p:origin x="696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<Relationships xmlns="http://schemas.openxmlformats.org/package/2006/relationships"><Relationship Id="rId31" Target="fonts/font6.fntdata" Type="http://schemas.openxmlformats.org/officeDocument/2006/relationships/font"/><Relationship Id="rId30" Target="fonts/font5.fntdata" Type="http://schemas.openxmlformats.org/officeDocument/2006/relationships/font"/><Relationship Id="rId27" Target="fonts/font2.fntdata" Type="http://schemas.openxmlformats.org/officeDocument/2006/relationships/font"/><Relationship Id="rId26" Target="fonts/font1.fntdata" Type="http://schemas.openxmlformats.org/officeDocument/2006/relationships/font"/><Relationship Id="rId25" Target="slides/slide19.xml" Type="http://schemas.openxmlformats.org/officeDocument/2006/relationships/slide"/><Relationship Id="rId24" Target="slides/slide18.xml" Type="http://schemas.openxmlformats.org/officeDocument/2006/relationships/slide"/><Relationship Id="rId21" Target="slides/slide15.xml" Type="http://schemas.openxmlformats.org/officeDocument/2006/relationships/slide"/><Relationship Id="rId19" Target="slides/slide13.xml" Type="http://schemas.openxmlformats.org/officeDocument/2006/relationships/slide"/><Relationship Id="rId20" Target="slides/slide14.xml" Type="http://schemas.openxmlformats.org/officeDocument/2006/relationships/slide"/><Relationship Id="rId18" Target="slides/slide12.xml" Type="http://schemas.openxmlformats.org/officeDocument/2006/relationships/slide"/><Relationship Id="rId17" Target="slides/slide11.xml" Type="http://schemas.openxmlformats.org/officeDocument/2006/relationships/slide"/><Relationship Id="rId16" Target="slides/slide10.xml" Type="http://schemas.openxmlformats.org/officeDocument/2006/relationships/slide"/><Relationship Id="rId15" Target="slides/slide9.xml" Type="http://schemas.openxmlformats.org/officeDocument/2006/relationships/slide"/><Relationship Id="rId14" Target="slides/slide8.xml" Type="http://schemas.openxmlformats.org/officeDocument/2006/relationships/slide"/><Relationship Id="rId13" Target="slides/slide7.xml" Type="http://schemas.openxmlformats.org/officeDocument/2006/relationships/slide"/><Relationship Id="rId12" Target="slides/slide6.xml" Type="http://schemas.openxmlformats.org/officeDocument/2006/relationships/slide"/><Relationship Id="rId11" Target="slides/slide5.xml" Type="http://schemas.openxmlformats.org/officeDocument/2006/relationships/slide"/><Relationship Id="rId10" Target="slides/slide4.xml" Type="http://schemas.openxmlformats.org/officeDocument/2006/relationships/slide"/><Relationship Id="rId9" Target="slides/slide3.xml" Type="http://schemas.openxmlformats.org/officeDocument/2006/relationships/slide"/><Relationship Id="rId8" Target="slides/slide2.xml" Type="http://schemas.openxmlformats.org/officeDocument/2006/relationships/slide"/><Relationship Id="rId7" Target="slides/slide1.xml" Type="http://schemas.openxmlformats.org/officeDocument/2006/relationships/slide"/><Relationship Id="rId6" Target="notesMasters/notesMaster1.xml" Type="http://schemas.openxmlformats.org/officeDocument/2006/relationships/notesMaster"/><Relationship Id="rId5" Target="slideMasters/slideMaster1.xml" Type="http://schemas.openxmlformats.org/officeDocument/2006/relationships/slideMaster"/><Relationship Id="rId4" Target="tableStyles.xml" Type="http://schemas.openxmlformats.org/officeDocument/2006/relationships/tableStyles"/><Relationship Id="rId3" Target="presProps.xml" Type="http://schemas.openxmlformats.org/officeDocument/2006/relationships/presProps"/><Relationship Id="rId23" Target="slides/slide17.xml" Type="http://schemas.openxmlformats.org/officeDocument/2006/relationships/slide"/><Relationship Id="rId29" Target="fonts/font4.fntdata" Type="http://schemas.openxmlformats.org/officeDocument/2006/relationships/font"/><Relationship Id="rId2" Target="viewProps.xml" Type="http://schemas.openxmlformats.org/officeDocument/2006/relationships/viewProps"/><Relationship Id="rId22" Target="slides/slide16.xml" Type="http://schemas.openxmlformats.org/officeDocument/2006/relationships/slide"/><Relationship Id="rId28" Target="fonts/font3.fntdata" Type="http://schemas.openxmlformats.org/officeDocument/2006/relationships/font"/><Relationship Id="rId1" Target="theme/theme1.xml" Type="http://schemas.openxmlformats.org/officeDocument/2006/relationships/theme"/></Relationships>
</file>

<file path=ppt/notesMasters/_rels/notesMaster1.xml.rels><?xml version="1.0" encoding="UTF-8" standalone="yes"?>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l">
              <a:defRPr sz="1200"/>
            </a:lvl1pPr>
          </a:lstStyle>
          <a:p>
            <a:endParaRPr altLang="cs-CZ" lang="cs-CZ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r">
              <a:defRPr sz="1200"/>
            </a:lvl1pPr>
          </a:lstStyle>
          <a:p>
            <a:fld id="{B7268E1E-0E44-426D-905E-8AD9B19D2182}" type="datetimeFigureOut">
              <a:rPr altLang="cs-CZ" lang="cs-CZ" smtClean="0"/>
              <a:t>05.04.2025</a:t>
            </a:fld>
            <a:endParaRPr altLang="cs-CZ" lang="cs-CZ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numCol="1" rIns="91440" rtlCol="0" tIns="45720" vert="horz"/>
          <a:lstStyle/>
          <a:p>
            <a:endParaRPr altLang="cs-CZ" lang="cs-CZ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bIns="45720" lIns="91440" numCol="1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altLang="cs-CZ" lang="cs-CZ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l">
              <a:defRPr sz="1200"/>
            </a:lvl1pPr>
          </a:lstStyle>
          <a:p>
            <a:endParaRPr altLang="cs-CZ" lang="cs-CZ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r">
              <a:defRPr sz="1200"/>
            </a:lvl1pPr>
          </a:lstStyle>
          <a:p>
            <a:fld id="{871B2431-D351-4C6E-A3CF-9DFAC0E3E050}" type="slidenum">
              <a:rPr altLang="cs-CZ" lang="cs-CZ" smtClean="0"/>
              <a:t>‹#›</a:t>
            </a:fld>
            <a:endParaRPr altLang="cs-CZ"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2" Target="../slides/slide1.xml" Type="http://schemas.openxmlformats.org/officeDocument/2006/relationships/slide"/><Relationship Id="rId1" Target="../notesMasters/notesMaster1.xml" Type="http://schemas.openxmlformats.org/officeDocument/2006/relationships/notesMaster"/></Relationships>
</file>

<file path=ppt/notesSlides/_rels/notesSlide2.xml.rels><?xml version="1.0" encoding="UTF-8" standalone="yes"?><Relationships xmlns="http://schemas.openxmlformats.org/package/2006/relationships"><Relationship Id="rId2" Target="../slides/slide3.xml" Type="http://schemas.openxmlformats.org/officeDocument/2006/relationships/slide"/><Relationship Id="rId1" Target="../notesMasters/notesMaster1.xml" Type="http://schemas.openxmlformats.org/officeDocument/2006/relationships/notesMaster"/></Relationships>
</file>

<file path=ppt/notesSlides/_rels/notesSlide3.xml.rels><?xml version="1.0" encoding="UTF-8" standalone="yes"?><Relationships xmlns="http://schemas.openxmlformats.org/package/2006/relationships"><Relationship Id="rId2" Target="../slides/slide4.xml" Type="http://schemas.openxmlformats.org/officeDocument/2006/relationships/slide"/><Relationship Id="rId1" Target="../notesMasters/notesMaster1.xml" Type="http://schemas.openxmlformats.org/officeDocument/2006/relationships/notesMaster"/></Relationships>
</file>

<file path=ppt/notesSlides/_rels/notesSlide4.xml.rels><?xml version="1.0" encoding="UTF-8" standalone="yes"?><Relationships xmlns="http://schemas.openxmlformats.org/package/2006/relationships"><Relationship Id="rId2" Target="../slides/slide5.xml" Type="http://schemas.openxmlformats.org/officeDocument/2006/relationships/slide"/><Relationship Id="rId1" Target="../notesMasters/notesMaster1.xml" Type="http://schemas.openxmlformats.org/officeDocument/2006/relationships/notesMaster"/></Relationships>
</file>

<file path=ppt/notesSlides/_rels/notesSlide5.xml.rels><?xml version="1.0" encoding="UTF-8" standalone="yes"?><Relationships xmlns="http://schemas.openxmlformats.org/package/2006/relationships"><Relationship Id="rId2" Target="../slides/slide8.xml" Type="http://schemas.openxmlformats.org/officeDocument/2006/relationships/slide"/><Relationship Id="rId1" Target="../notesMasters/notesMaster1.xml" Type="http://schemas.openxmlformats.org/officeDocument/2006/relationships/notesMaster"/></Relationships>
</file>

<file path=ppt/notesSlides/_rels/notesSlide6.xml.rels><?xml version="1.0" encoding="UTF-8" standalone="yes"?><Relationships xmlns="http://schemas.openxmlformats.org/package/2006/relationships"><Relationship Id="rId2" Target="../slides/slide10.xml" Type="http://schemas.openxmlformats.org/officeDocument/2006/relationships/slide"/><Relationship Id="rId1" Target="../notesMasters/notesMaster1.xml" Type="http://schemas.openxmlformats.org/officeDocument/2006/relationships/notesMaster"/></Relationships>
</file>

<file path=ppt/notesSlides/_rels/notesSlide7.xml.rels><?xml version="1.0" encoding="UTF-8" standalone="yes"?><Relationships xmlns="http://schemas.openxmlformats.org/package/2006/relationships"><Relationship Id="rId2" Target="../slides/slide11.xml" Type="http://schemas.openxmlformats.org/officeDocument/2006/relationships/slide"/><Relationship Id="rId1" Target="../notesMasters/notesMaster1.xml" Type="http://schemas.openxmlformats.org/officeDocument/2006/relationships/notesMaster"/></Relationships>
</file>

<file path=ppt/notesSlides/_rels/notesSlide8.xml.rels><?xml version="1.0" encoding="UTF-8" standalone="yes"?><Relationships xmlns="http://schemas.openxmlformats.org/package/2006/relationships"><Relationship Id="rId2" Target="../slides/slide13.xml" Type="http://schemas.openxmlformats.org/officeDocument/2006/relationships/slide"/><Relationship Id="rId1" Target="../notesMasters/notesMaster1.xml" Type="http://schemas.openxmlformats.org/officeDocument/2006/relationships/notesMaster"/></Relationships>
</file>

<file path=ppt/notesSlides/_rels/notesSlide9.xml.rels><?xml version="1.0" encoding="UTF-8" standalone="yes"?><Relationships xmlns="http://schemas.openxmlformats.org/package/2006/relationships"><Relationship Id="rId2" Target="../slides/slide14.xml" Type="http://schemas.openxmlformats.org/officeDocument/2006/relationships/slide"/><Relationship Id="rId1" Target="../notesMasters/notesMaster1.xml" Type="http://schemas.openxmlformats.org/officeDocument/2006/relationships/notesMaster"/></Relationships>
</file>

<file path=ppt/notesSlides/_rels/notesSlide10.xml.rels><?xml version="1.0" encoding="UTF-8" standalone="yes"?><Relationships xmlns="http://schemas.openxmlformats.org/package/2006/relationships"><Relationship Id="rId2" Target="../slides/slide18.xml" Type="http://schemas.openxmlformats.org/officeDocument/2006/relationships/slide"/><Relationship Id="rId1" Target="../notesMasters/notesMaster1.xml" Type="http://schemas.openxmlformats.org/officeDocument/2006/relationships/notesMaster"/></Relationships>
</file>

<file path=ppt/notesSlides/_rels/notesSlide11.xml.rels><?xml version="1.0" encoding="UTF-8" standalone="yes"?><Relationships xmlns="http://schemas.openxmlformats.org/package/2006/relationships"><Relationship Id="rId2" Target="../slides/slide19.xml" Type="http://schemas.openxmlformats.org/officeDocument/2006/relationships/slide"/><Relationship Id="rId1" Target="../notesMasters/notesMaster1.xml" Type="http://schemas.openxmlformats.org/officeDocument/2006/relationships/notesMaster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1.7.2013</a:t>
            </a:r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numCol="1" rIns="91440" rtlCol="0" tIns="45720" vert="horz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bIns="45720" lIns="91440" numCol="1" rIns="91440" rtlCol="0" tIns="45720" vert="horz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10025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1.7.2013</a:t>
            </a:r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numCol="1" rIns="91440" rtlCol="0" tIns="45720" vert="horz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bIns="45720" lIns="91440" numCol="1" rIns="91440" rtlCol="0" tIns="45720" vert="horz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28289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1.7.2013</a:t>
            </a:r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numCol="1" rIns="91440" rtlCol="0" tIns="45720" vert="horz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bIns="45720" lIns="91440" numCol="1" rIns="91440" rtlCol="0" tIns="45720" vert="horz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17098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1.7.2013</a:t>
            </a:r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numCol="1" rIns="91440" rtlCol="0" tIns="45720" vert="horz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bIns="45720" lIns="91440" numCol="1" rIns="91440" rtlCol="0" tIns="45720" vert="horz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21189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1.7.2013</a:t>
            </a:r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numCol="1" rIns="91440" rtlCol="0" tIns="45720" vert="horz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bIns="45720" lIns="91440" numCol="1" rIns="91440" rtlCol="0" tIns="45720" vert="horz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55794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1.7.2013</a:t>
            </a:r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numCol="1" rIns="91440" rtlCol="0" tIns="45720" vert="horz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bIns="45720" lIns="91440" numCol="1" rIns="91440" rtlCol="0" tIns="45720" vert="horz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45073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1.7.2013</a:t>
            </a:r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numCol="1" rIns="91440" rtlCol="0" tIns="45720" vert="horz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bIns="45720" lIns="91440" numCol="1" rIns="91440" rtlCol="0" tIns="45720" vert="horz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55037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1.7.2013</a:t>
            </a:r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numCol="1" rIns="91440" rtlCol="0" tIns="45720" vert="horz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bIns="45720" lIns="91440" numCol="1" rIns="91440" rtlCol="0" tIns="45720" vert="horz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04630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1.7.2013</a:t>
            </a:r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numCol="1" rIns="91440" rtlCol="0" tIns="45720" vert="horz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bIns="45720" lIns="91440" numCol="1" rIns="91440" rtlCol="0" tIns="45720" vert="horz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266593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1.7.2013</a:t>
            </a:r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numCol="1" rIns="91440" rtlCol="0" tIns="45720" vert="horz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bIns="45720" lIns="91440" numCol="1" rIns="91440" rtlCol="0" tIns="45720" vert="horz"/>
          <a:lstStyle/>
          <a:p>
            <a:r>
              <a:rPr dirty="0" lang="en-US"/>
              <a:t>1</a:t>
            </a:r>
            <a:endParaRPr dirty="0"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273146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1.7.2013</a:t>
            </a:r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numCol="1" rIns="91440" rtlCol="0" tIns="45720" vert="horz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bIns="45720" lIns="91440" numCol="1" rIns="91440" rtlCol="0" tIns="45720" vert="horz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r">
              <a:defRPr sz="1200"/>
            </a:lvl1pPr>
          </a:lstStyle>
          <a:p>
            <a:r>
              <a:rPr altLang="cs-CZ"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51150977"/>
      </p:ext>
    </p:extLst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 numCol="1"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numCol="1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22313" y="2906713"/>
            <a:ext cx="7772400" cy="1500187"/>
          </a:xfrm>
        </p:spPr>
        <p:txBody>
          <a:bodyPr anchor="b" numCol="1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48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535113"/>
            <a:ext cx="4040188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57200" y="2174875"/>
            <a:ext cx="4040188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>
          <a:xfrm>
            <a:off x="4645025" y="1535113"/>
            <a:ext cx="4041775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4645025" y="2174875"/>
            <a:ext cx="4041775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457200" y="1435100"/>
            <a:ext cx="3008313" cy="4691063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idx="1" type="pic"/>
          </p:nvPr>
        </p:nvSpPr>
        <p:spPr>
          <a:xfrm>
            <a:off x="1792288" y="612775"/>
            <a:ext cx="5486400" cy="4114800"/>
          </a:xfrm>
        </p:spPr>
        <p:txBody>
          <a:bodyPr numCol="1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1792288" y="5367338"/>
            <a:ext cx="5486400" cy="804862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/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orient="vert" type="title"/>
          </p:nvPr>
        </p:nvSpPr>
        <p:spPr>
          <a:xfrm>
            <a:off x="6629400" y="274638"/>
            <a:ext cx="2057400" cy="5851525"/>
          </a:xfrm>
        </p:spPr>
        <p:txBody>
          <a:bodyPr numCol="1"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>
          <a:xfrm>
            <a:off x="457200" y="274638"/>
            <a:ext cx="6019800" cy="5851525"/>
          </a:xfrm>
        </p:spPr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2" Target="../slideLayouts/slideLayout11.xml" Type="http://schemas.openxmlformats.org/officeDocument/2006/relationships/slideLayout"/><Relationship Id="rId11" Target="../slideLayouts/slideLayout10.xml" Type="http://schemas.openxmlformats.org/officeDocument/2006/relationships/slideLayout"/><Relationship Id="rId9" Target="../slideLayouts/slideLayout8.xml" Type="http://schemas.openxmlformats.org/officeDocument/2006/relationships/slideLayout"/><Relationship Id="rId10" Target="../slideLayouts/slideLayout9.xml" Type="http://schemas.openxmlformats.org/officeDocument/2006/relationships/slideLayout"/><Relationship Id="rId8" Target="../slideLayouts/slideLayout7.xml" Type="http://schemas.openxmlformats.org/officeDocument/2006/relationships/slideLayout"/><Relationship Id="rId7" Target="../slideLayouts/slideLayout6.xml" Type="http://schemas.openxmlformats.org/officeDocument/2006/relationships/slideLayout"/><Relationship Id="rId6" Target="../slideLayouts/slideLayout5.xml" Type="http://schemas.openxmlformats.org/officeDocument/2006/relationships/slideLayout"/><Relationship Id="rId5" Target="../slideLayouts/slideLayout4.xml" Type="http://schemas.openxmlformats.org/officeDocument/2006/relationships/slideLayout"/><Relationship Id="rId4" Target="../slideLayouts/slideLayout3.xml" Type="http://schemas.openxmlformats.org/officeDocument/2006/relationships/slideLayout"/><Relationship Id="rId3" Target="../slideLayouts/slideLayout2.xml" Type="http://schemas.openxmlformats.org/officeDocument/2006/relationships/slideLayout"/><Relationship Id="rId2" Target="../slideLayouts/slideLayout1.xml" Type="http://schemas.openxmlformats.org/officeDocument/2006/relationships/slideLayout"/><Relationship Id="rId1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numCol="1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numCol="1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4" Target="../media/image2.png" Type="http://schemas.openxmlformats.org/officeDocument/2006/relationships/image"/><Relationship Id="rId3" Target="../media/image1.png" Type="http://schemas.openxmlformats.org/officeDocument/2006/relationships/image"/><Relationship Id="rId2" Target="../notesSlides/notesSlide1.xml" Type="http://schemas.openxmlformats.org/officeDocument/2006/relationships/notesSlide"/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<Relationships xmlns="http://schemas.openxmlformats.org/package/2006/relationships"><Relationship Id="rId2" Target="../media/image3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<Relationships xmlns="http://schemas.openxmlformats.org/package/2006/relationships"><Relationship Id="rId6" Target="../media/image5.png" Type="http://schemas.openxmlformats.org/officeDocument/2006/relationships/image"/><Relationship Id="rId5" Target="../media/image4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2" Target="../notesSlides/notesSlide2.xml" Type="http://schemas.openxmlformats.org/officeDocument/2006/relationships/notesSlide"/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<Relationships xmlns="http://schemas.openxmlformats.org/package/2006/relationships"><Relationship Id="rId6" Target="../media/image6.png" Type="http://schemas.openxmlformats.org/officeDocument/2006/relationships/image"/><Relationship Id="rId5" Target="../media/image4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2" Target="../notesSlides/notesSlide3.xml" Type="http://schemas.openxmlformats.org/officeDocument/2006/relationships/notesSlide"/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<Relationships xmlns="http://schemas.openxmlformats.org/package/2006/relationships"><Relationship Id="rId9" Target="../media/image10.png" Type="http://schemas.openxmlformats.org/officeDocument/2006/relationships/image"/><Relationship Id="rId8" Target="../media/image9.png" Type="http://schemas.openxmlformats.org/officeDocument/2006/relationships/image"/><Relationship Id="rId7" Target="../media/image8.png" Type="http://schemas.openxmlformats.org/officeDocument/2006/relationships/image"/><Relationship Id="rId6" Target="../media/image7.png" Type="http://schemas.openxmlformats.org/officeDocument/2006/relationships/image"/><Relationship Id="rId5" Target="../media/image4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2" Target="../notesSlides/notesSlide4.xml" Type="http://schemas.openxmlformats.org/officeDocument/2006/relationships/notesSlide"/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<Relationships xmlns="http://schemas.openxmlformats.org/package/2006/relationships"><Relationship Id="rId2" Target="../media/image11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<Relationships xmlns="http://schemas.openxmlformats.org/package/2006/relationships"><Relationship Id="rId2" Target="../media/image12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<Relationships xmlns="http://schemas.openxmlformats.org/package/2006/relationships"><Relationship Id="rId9" Target="../media/image16.png" Type="http://schemas.openxmlformats.org/officeDocument/2006/relationships/image"/><Relationship Id="rId8" Target="../media/image15.png" Type="http://schemas.openxmlformats.org/officeDocument/2006/relationships/image"/><Relationship Id="rId7" Target="../media/image14.png" Type="http://schemas.openxmlformats.org/officeDocument/2006/relationships/image"/><Relationship Id="rId6" Target="../media/image13.png" Type="http://schemas.openxmlformats.org/officeDocument/2006/relationships/image"/><Relationship Id="rId5" Target="../media/image4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2" Target="../notesSlides/notesSlide5.xml" Type="http://schemas.openxmlformats.org/officeDocument/2006/relationships/notesSlide"/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<Relationships xmlns="http://schemas.openxmlformats.org/package/2006/relationships"><Relationship Id="rId2" Target="../media/image17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<Relationships xmlns="http://schemas.openxmlformats.org/package/2006/relationships"><Relationship Id="rId7" Target="../media/image21.png" Type="http://schemas.openxmlformats.org/officeDocument/2006/relationships/image"/><Relationship Id="rId6" Target="../media/image20.png" Type="http://schemas.openxmlformats.org/officeDocument/2006/relationships/image"/><Relationship Id="rId5" Target="../media/image19.png" Type="http://schemas.openxmlformats.org/officeDocument/2006/relationships/image"/><Relationship Id="rId4" Target="../media/image18.png" Type="http://schemas.openxmlformats.org/officeDocument/2006/relationships/image"/><Relationship Id="rId3" Target="../media/image1.png" Type="http://schemas.openxmlformats.org/officeDocument/2006/relationships/image"/><Relationship Id="rId2" Target="../notesSlides/notesSlide6.xml" Type="http://schemas.openxmlformats.org/officeDocument/2006/relationships/notesSlide"/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<Relationships xmlns="http://schemas.openxmlformats.org/package/2006/relationships"><Relationship Id="rId7" Target="../media/image25.png" Type="http://schemas.openxmlformats.org/officeDocument/2006/relationships/image"/><Relationship Id="rId6" Target="../media/image24.png" Type="http://schemas.openxmlformats.org/officeDocument/2006/relationships/image"/><Relationship Id="rId5" Target="../media/image23.png" Type="http://schemas.openxmlformats.org/officeDocument/2006/relationships/image"/><Relationship Id="rId4" Target="../media/image22.png" Type="http://schemas.openxmlformats.org/officeDocument/2006/relationships/image"/><Relationship Id="rId3" Target="../media/image1.png" Type="http://schemas.openxmlformats.org/officeDocument/2006/relationships/image"/><Relationship Id="rId2" Target="../notesSlides/notesSlide7.xml" Type="http://schemas.openxmlformats.org/officeDocument/2006/relationships/notesSlide"/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<Relationships xmlns="http://schemas.openxmlformats.org/package/2006/relationships"><Relationship Id="rId2" Target="../media/image26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<Relationships xmlns="http://schemas.openxmlformats.org/package/2006/relationships"><Relationship Id="rId11" Target="../media/image34.png" Type="http://schemas.openxmlformats.org/officeDocument/2006/relationships/image"/><Relationship Id="rId10" Target="../media/image33.png" Type="http://schemas.openxmlformats.org/officeDocument/2006/relationships/image"/><Relationship Id="rId9" Target="../media/image32.png" Type="http://schemas.openxmlformats.org/officeDocument/2006/relationships/image"/><Relationship Id="rId8" Target="../media/image31.png" Type="http://schemas.openxmlformats.org/officeDocument/2006/relationships/image"/><Relationship Id="rId7" Target="../media/image30.png" Type="http://schemas.openxmlformats.org/officeDocument/2006/relationships/image"/><Relationship Id="rId6" Target="../media/image29.png" Type="http://schemas.openxmlformats.org/officeDocument/2006/relationships/image"/><Relationship Id="rId5" Target="../media/image28.png" Type="http://schemas.openxmlformats.org/officeDocument/2006/relationships/image"/><Relationship Id="rId4" Target="../media/image27.png" Type="http://schemas.openxmlformats.org/officeDocument/2006/relationships/image"/><Relationship Id="rId3" Target="../media/image1.png" Type="http://schemas.openxmlformats.org/officeDocument/2006/relationships/image"/><Relationship Id="rId2" Target="../notesSlides/notesSlide8.xml" Type="http://schemas.openxmlformats.org/officeDocument/2006/relationships/notesSlide"/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<Relationships xmlns="http://schemas.openxmlformats.org/package/2006/relationships"><Relationship Id="rId6" Target="../media/image37.png" Type="http://schemas.openxmlformats.org/officeDocument/2006/relationships/image"/><Relationship Id="rId5" Target="../media/image36.png" Type="http://schemas.openxmlformats.org/officeDocument/2006/relationships/image"/><Relationship Id="rId4" Target="../media/image35.png" Type="http://schemas.openxmlformats.org/officeDocument/2006/relationships/image"/><Relationship Id="rId3" Target="../media/image1.png" Type="http://schemas.openxmlformats.org/officeDocument/2006/relationships/image"/><Relationship Id="rId2" Target="../notesSlides/notesSlide9.xml" Type="http://schemas.openxmlformats.org/officeDocument/2006/relationships/notesSlide"/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<Relationships xmlns="http://schemas.openxmlformats.org/package/2006/relationships"><Relationship Id="rId2" Target="../media/image38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<Relationships xmlns="http://schemas.openxmlformats.org/package/2006/relationships"><Relationship Id="rId2" Target="../media/image39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<Relationships xmlns="http://schemas.openxmlformats.org/package/2006/relationships"><Relationship Id="rId3" Target="../media/image41.jpeg" Type="http://schemas.openxmlformats.org/officeDocument/2006/relationships/image"/><Relationship Id="rId2" Target="../media/image40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<Relationships xmlns="http://schemas.openxmlformats.org/package/2006/relationships"><Relationship Id="rId6" Target="https://github.com/Fathima-2407/Fitflex-" TargetMode="External" Type="http://schemas.openxmlformats.org/officeDocument/2006/relationships/hyperlink"/><Relationship Id="rId5" Target="https://github.com/ArulselviRaja/FitnessApp-React-" TargetMode="External" Type="http://schemas.openxmlformats.org/officeDocument/2006/relationships/hyperlink"/><Relationship Id="rId4" Target="../media/image2.png" Type="http://schemas.openxmlformats.org/officeDocument/2006/relationships/image"/><Relationship Id="rId3" Target="../media/image1.png" Type="http://schemas.openxmlformats.org/officeDocument/2006/relationships/image"/><Relationship Id="rId2" Target="../notesSlides/notesSlide10.xml" Type="http://schemas.openxmlformats.org/officeDocument/2006/relationships/notesSlide"/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<Relationships xmlns="http://schemas.openxmlformats.org/package/2006/relationships"><Relationship Id="rId3" Target="../media/image1.png" Type="http://schemas.openxmlformats.org/officeDocument/2006/relationships/image"/><Relationship Id="rId2" Target="../notesSlides/notesSlide11.xml" Type="http://schemas.openxmlformats.org/officeDocument/2006/relationships/notesSlide"/><Relationship Id="rId1" Target="../slideLayouts/slideLayout7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b="b" l="l" r="r" t="t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b="b" l="l" r="r" t="t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descr="preencoded.png" id="5" name="Freeform 5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b="b" l="l" r="r" t="t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850237" y="1692902"/>
            <a:ext cx="9445526" cy="2193108"/>
            <a:chOff x="0" y="0"/>
            <a:chExt cx="12594035" cy="29241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94035" cy="2924144"/>
            </a:xfrm>
            <a:custGeom>
              <a:avLst/>
              <a:gdLst/>
              <a:ahLst/>
              <a:cxnLst/>
              <a:rect b="b" l="l" r="r" t="t"/>
              <a:pathLst>
                <a:path h="2924144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924144"/>
                  </a:lnTo>
                  <a:lnTo>
                    <a:pt x="0" y="2924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594035" cy="2971769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8429"/>
                </a:lnSpc>
              </a:pPr>
              <a:r>
                <a:rPr lang="en-US" spc="-135" sz="6699">
                  <a:solidFill>
                    <a:srgbClr val="FF8AAF"/>
                  </a:solidFill>
                  <a:latin typeface="Petrona"/>
                  <a:ea typeface="Petrona"/>
                  <a:cs typeface="Petrona"/>
                  <a:sym typeface="Petrona"/>
                </a:rPr>
                <a:t>FitFlex: Your  Personal Fitness Companion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50237" y="5198417"/>
            <a:ext cx="9445526" cy="2392692"/>
            <a:chOff x="0" y="0"/>
            <a:chExt cx="12594035" cy="319025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594035" cy="3190256"/>
            </a:xfrm>
            <a:custGeom>
              <a:avLst/>
              <a:gdLst/>
              <a:ahLst/>
              <a:cxnLst/>
              <a:rect b="b" l="l" r="r" t="t"/>
              <a:pathLst>
                <a:path h="3190256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3190256"/>
                  </a:lnTo>
                  <a:lnTo>
                    <a:pt x="0" y="31902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12594035" cy="3304557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4722"/>
                </a:lnSpc>
              </a:pPr>
              <a:r>
                <a:rPr lang="en-US" spc="-59" sz="2900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Revolutionizing Your Workout. Discover FitFlex, the ultimate fitness companion. Designed to help you achieve your health goals. Get ready to transform your fitness journey. Unlock a personalized experience today.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45475" y="6894611"/>
            <a:ext cx="463154" cy="463154"/>
            <a:chOff x="0" y="0"/>
            <a:chExt cx="617538" cy="6175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7601" cy="617601"/>
            </a:xfrm>
            <a:custGeom>
              <a:avLst/>
              <a:gdLst/>
              <a:ahLst/>
              <a:cxnLst/>
              <a:rect b="b" l="l" r="r" t="t"/>
              <a:pathLst>
                <a:path h="617601" w="617601">
                  <a:moveTo>
                    <a:pt x="0" y="308737"/>
                  </a:moveTo>
                  <a:cubicBezTo>
                    <a:pt x="0" y="138303"/>
                    <a:pt x="138303" y="0"/>
                    <a:pt x="308737" y="0"/>
                  </a:cubicBezTo>
                  <a:cubicBezTo>
                    <a:pt x="310642" y="0"/>
                    <a:pt x="312547" y="889"/>
                    <a:pt x="313690" y="2413"/>
                  </a:cubicBezTo>
                  <a:lnTo>
                    <a:pt x="308737" y="6350"/>
                  </a:lnTo>
                  <a:lnTo>
                    <a:pt x="308737" y="0"/>
                  </a:lnTo>
                  <a:lnTo>
                    <a:pt x="308737" y="6350"/>
                  </a:lnTo>
                  <a:lnTo>
                    <a:pt x="308737" y="0"/>
                  </a:lnTo>
                  <a:cubicBezTo>
                    <a:pt x="479298" y="0"/>
                    <a:pt x="617601" y="138303"/>
                    <a:pt x="617601" y="308737"/>
                  </a:cubicBezTo>
                  <a:cubicBezTo>
                    <a:pt x="617601" y="311150"/>
                    <a:pt x="616204" y="313309"/>
                    <a:pt x="614045" y="314452"/>
                  </a:cubicBezTo>
                  <a:lnTo>
                    <a:pt x="611251" y="308737"/>
                  </a:lnTo>
                  <a:lnTo>
                    <a:pt x="617601" y="308737"/>
                  </a:lnTo>
                  <a:cubicBezTo>
                    <a:pt x="617601" y="479298"/>
                    <a:pt x="479298" y="617474"/>
                    <a:pt x="308864" y="617474"/>
                  </a:cubicBezTo>
                  <a:lnTo>
                    <a:pt x="308864" y="611124"/>
                  </a:lnTo>
                  <a:lnTo>
                    <a:pt x="308864" y="604774"/>
                  </a:lnTo>
                  <a:lnTo>
                    <a:pt x="308864" y="611124"/>
                  </a:lnTo>
                  <a:lnTo>
                    <a:pt x="308864" y="617474"/>
                  </a:lnTo>
                  <a:cubicBezTo>
                    <a:pt x="138303" y="617601"/>
                    <a:pt x="0" y="479298"/>
                    <a:pt x="0" y="308737"/>
                  </a:cubicBezTo>
                  <a:lnTo>
                    <a:pt x="6350" y="308737"/>
                  </a:lnTo>
                  <a:lnTo>
                    <a:pt x="0" y="308737"/>
                  </a:lnTo>
                  <a:moveTo>
                    <a:pt x="12700" y="308737"/>
                  </a:moveTo>
                  <a:lnTo>
                    <a:pt x="6350" y="308737"/>
                  </a:lnTo>
                  <a:lnTo>
                    <a:pt x="12700" y="308737"/>
                  </a:lnTo>
                  <a:cubicBezTo>
                    <a:pt x="12700" y="472313"/>
                    <a:pt x="145288" y="604901"/>
                    <a:pt x="308737" y="604901"/>
                  </a:cubicBezTo>
                  <a:cubicBezTo>
                    <a:pt x="312293" y="604901"/>
                    <a:pt x="315087" y="607695"/>
                    <a:pt x="315087" y="611251"/>
                  </a:cubicBezTo>
                  <a:cubicBezTo>
                    <a:pt x="315087" y="614807"/>
                    <a:pt x="312293" y="617601"/>
                    <a:pt x="308737" y="617601"/>
                  </a:cubicBezTo>
                  <a:cubicBezTo>
                    <a:pt x="305181" y="617601"/>
                    <a:pt x="302387" y="614807"/>
                    <a:pt x="302387" y="611251"/>
                  </a:cubicBezTo>
                  <a:cubicBezTo>
                    <a:pt x="302387" y="607695"/>
                    <a:pt x="305181" y="604901"/>
                    <a:pt x="308737" y="604901"/>
                  </a:cubicBezTo>
                  <a:cubicBezTo>
                    <a:pt x="472313" y="604901"/>
                    <a:pt x="604774" y="472313"/>
                    <a:pt x="604774" y="308864"/>
                  </a:cubicBezTo>
                  <a:cubicBezTo>
                    <a:pt x="604774" y="306451"/>
                    <a:pt x="606171" y="304292"/>
                    <a:pt x="608330" y="303149"/>
                  </a:cubicBezTo>
                  <a:lnTo>
                    <a:pt x="611124" y="308864"/>
                  </a:lnTo>
                  <a:lnTo>
                    <a:pt x="604774" y="308864"/>
                  </a:lnTo>
                  <a:cubicBezTo>
                    <a:pt x="604901" y="145288"/>
                    <a:pt x="472313" y="12700"/>
                    <a:pt x="308737" y="12700"/>
                  </a:cubicBezTo>
                  <a:cubicBezTo>
                    <a:pt x="306832" y="12700"/>
                    <a:pt x="304927" y="11811"/>
                    <a:pt x="303784" y="10287"/>
                  </a:cubicBezTo>
                  <a:lnTo>
                    <a:pt x="308737" y="6350"/>
                  </a:lnTo>
                  <a:lnTo>
                    <a:pt x="308737" y="12700"/>
                  </a:lnTo>
                  <a:cubicBezTo>
                    <a:pt x="145288" y="12700"/>
                    <a:pt x="12700" y="145288"/>
                    <a:pt x="12700" y="308737"/>
                  </a:cubicBezTo>
                  <a:close/>
                </a:path>
              </a:pathLst>
            </a:custGeom>
            <a:solidFill>
              <a:srgbClr val="3C3838"/>
            </a:solidFill>
          </p:spPr>
        </p:sp>
      </p:grp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133600" y="6362700"/>
            <a:ext cx="4876800" cy="1219200"/>
          </a:xfrm>
          <a:prstGeom prst="rect">
            <a:avLst/>
          </a:prstGeom>
          <a:noFill/>
        </p:spPr>
        <p:txBody>
          <a:bodyPr numCol="1" rtlCol="0" wrap="square">
            <a:spAutoFit/>
          </a:bodyPr>
          <a:lstStyle/>
          <a:p>
            <a:r>
              <a:rPr/>
              <a:t>p</a:t>
            </a:r>
            <a:endParaRPr altLang="en-IN" dirty="0" lang="en-I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" y="28552902"/>
            <a:ext cx="18314956" cy="10629900"/>
          </a:xfrm>
          <a:prstGeom prst="rect">
            <a:avLst/>
          </a:prstGeom>
          <a:solidFill>
            <a:srgbClr val="000000"/>
          </a:solidFill>
        </p:spPr>
      </p:pic>
      <p:sp>
        <p:nvSpPr>
          <p:cNvPr id="11" name="rect10"/>
          <p:cNvSpPr txBox="1"/>
          <p:nvPr/>
        </p:nvSpPr>
        <p:spPr>
          <a:xfrm>
            <a:off x="3158726" y="6491555"/>
            <a:ext cx="2387698" cy="2387698"/>
          </a:xfrm>
          <a:prstGeom prst="rect">
            <a:avLst/>
          </a:prstGeom>
          <a:noFill/>
        </p:spPr>
        <p:txBody>
          <a:bodyPr wrap="square"/>
          <a:lstStyle/>
          <a:p>
            <a:endParaRPr/>
          </a:p>
        </p:txBody>
      </p:sp>
      <p:sp>
        <p:nvSpPr>
          <p:cNvPr id="12" name="rect11"/>
          <p:cNvSpPr txBox="1"/>
          <p:nvPr/>
        </p:nvSpPr>
        <p:spPr>
          <a:xfrm>
            <a:off x="6367195" y="3979497"/>
            <a:ext cx="2387698" cy="238769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/>
              <a:t>,,f'kdfm</a:t>
            </a:r>
            <a:endParaRPr/>
          </a:p>
        </p:txBody>
      </p:sp>
      <p:sp>
        <p:nvSpPr>
          <p:cNvPr id="13" name="rect12"/>
          <p:cNvSpPr txBox="1"/>
          <p:nvPr/>
        </p:nvSpPr>
        <p:spPr>
          <a:xfrm>
            <a:off x="4999243" y="3681035"/>
            <a:ext cx="2387698" cy="238769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/>
              <a:t>'km</a:t>
            </a:r>
            <a:endParaRPr/>
          </a:p>
        </p:txBody>
      </p:sp>
      <p:sp>
        <p:nvSpPr>
          <p:cNvPr id="14" name="rect13"/>
          <p:cNvSpPr txBox="1"/>
          <p:nvPr/>
        </p:nvSpPr>
        <p:spPr>
          <a:xfrm>
            <a:off x="6864632" y="5496680"/>
            <a:ext cx="2387698" cy="238769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>
                <a:solidFill>
                  <a:srgbClr val="FFFF00"/>
                </a:solidFill>
              </a:rPr>
              <a:t>/ermf;fke'''''fk'qq</a:t>
            </a:r>
            <a:endParaRPr/>
          </a:p>
        </p:txBody>
      </p: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b="b" l="l" r="r" t="t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b="b" l="l" r="r" t="t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descr="preencoded.png" id="5" name="Freeform 5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b="b" l="l" r="r" t="t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descr="preencoded.png" id="6" name="Freeform 6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b="b" l="l" r="r" t="t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12168" y="2304886"/>
            <a:ext cx="9445526" cy="1919303"/>
            <a:chOff x="0" y="0"/>
            <a:chExt cx="12594035" cy="255907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594035" cy="2559070"/>
            </a:xfrm>
            <a:custGeom>
              <a:avLst/>
              <a:gdLst/>
              <a:ahLst/>
              <a:cxnLst/>
              <a:rect b="b" l="l" r="r" t="t"/>
              <a:pathLst>
                <a:path h="2559070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559070"/>
                  </a:lnTo>
                  <a:lnTo>
                    <a:pt x="0" y="25590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2594035" cy="2606695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7422"/>
                </a:lnSpc>
              </a:pPr>
              <a:r>
                <a:rPr lang="en-US" spc="-119" sz="5900">
                  <a:solidFill>
                    <a:srgbClr val="FF8AAF"/>
                  </a:solidFill>
                  <a:latin typeface="Petrona"/>
                  <a:ea typeface="Petrona"/>
                  <a:cs typeface="Petrona"/>
                  <a:sym typeface="Petrona"/>
                </a:rPr>
                <a:t>Introduction: Your Personalized Fitness Journey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87475" y="4824264"/>
            <a:ext cx="647402" cy="647402"/>
            <a:chOff x="0" y="0"/>
            <a:chExt cx="863203" cy="863203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b="b" l="l" r="r" t="t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b="b" l="l" r="r" t="t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913632" y="4829026"/>
            <a:ext cx="5972427" cy="1015228"/>
            <a:chOff x="0" y="0"/>
            <a:chExt cx="4879578" cy="82945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79579" cy="829459"/>
            </a:xfrm>
            <a:custGeom>
              <a:avLst/>
              <a:gdLst/>
              <a:ahLst/>
              <a:cxnLst/>
              <a:rect b="b" l="l" r="r" t="t"/>
              <a:pathLst>
                <a:path h="829459" w="4879579">
                  <a:moveTo>
                    <a:pt x="0" y="0"/>
                  </a:moveTo>
                  <a:lnTo>
                    <a:pt x="4879579" y="0"/>
                  </a:lnTo>
                  <a:lnTo>
                    <a:pt x="4879579" y="829459"/>
                  </a:lnTo>
                  <a:lnTo>
                    <a:pt x="0" y="8294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879578" cy="867559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4665"/>
                </a:lnSpc>
              </a:pPr>
              <a:r>
                <a:rPr lang="en-US" spc="-75" sz="3699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Meet FitFlex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913632" y="5464225"/>
            <a:ext cx="3659684" cy="1094138"/>
            <a:chOff x="0" y="0"/>
            <a:chExt cx="4879578" cy="14588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879579" cy="1458851"/>
            </a:xfrm>
            <a:custGeom>
              <a:avLst/>
              <a:gdLst/>
              <a:ahLst/>
              <a:cxnLst/>
              <a:rect b="b" l="l" r="r" t="t"/>
              <a:pathLst>
                <a:path h="1458851" w="4879579">
                  <a:moveTo>
                    <a:pt x="0" y="0"/>
                  </a:moveTo>
                  <a:lnTo>
                    <a:pt x="4879579" y="0"/>
                  </a:lnTo>
                  <a:lnTo>
                    <a:pt x="4879579" y="1458851"/>
                  </a:lnTo>
                  <a:lnTo>
                    <a:pt x="0" y="14588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04775"/>
              <a:ext cx="4879578" cy="1563626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4234"/>
                </a:lnSpc>
              </a:pPr>
              <a:r>
                <a:rPr lang="en-US" spc="-53" sz="2600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The fitness app that adapts to you.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852071" y="4824264"/>
            <a:ext cx="647403" cy="647402"/>
            <a:chOff x="0" y="0"/>
            <a:chExt cx="863203" cy="863203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b="b" l="l" r="r" t="t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b="b" l="l" r="r" t="t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6778229" y="4829026"/>
            <a:ext cx="5141969" cy="1703803"/>
            <a:chOff x="0" y="0"/>
            <a:chExt cx="4879578" cy="161685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79579" cy="1616859"/>
            </a:xfrm>
            <a:custGeom>
              <a:avLst/>
              <a:gdLst/>
              <a:ahLst/>
              <a:cxnLst/>
              <a:rect b="b" l="l" r="r" t="t"/>
              <a:pathLst>
                <a:path h="1616859" w="4879579">
                  <a:moveTo>
                    <a:pt x="0" y="0"/>
                  </a:moveTo>
                  <a:lnTo>
                    <a:pt x="4879579" y="0"/>
                  </a:lnTo>
                  <a:lnTo>
                    <a:pt x="4879579" y="1616859"/>
                  </a:lnTo>
                  <a:lnTo>
                    <a:pt x="0" y="16168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879578" cy="1654959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4665"/>
                </a:lnSpc>
              </a:pPr>
              <a:r>
                <a:rPr lang="en-US" spc="-75" sz="3699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Personalized for You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78229" y="5464225"/>
            <a:ext cx="3659684" cy="1094138"/>
            <a:chOff x="0" y="0"/>
            <a:chExt cx="4879578" cy="145885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79579" cy="1458851"/>
            </a:xfrm>
            <a:custGeom>
              <a:avLst/>
              <a:gdLst/>
              <a:ahLst/>
              <a:cxnLst/>
              <a:rect b="b" l="l" r="r" t="t"/>
              <a:pathLst>
                <a:path h="1458851" w="4879579">
                  <a:moveTo>
                    <a:pt x="0" y="0"/>
                  </a:moveTo>
                  <a:lnTo>
                    <a:pt x="4879579" y="0"/>
                  </a:lnTo>
                  <a:lnTo>
                    <a:pt x="4879579" y="1458851"/>
                  </a:lnTo>
                  <a:lnTo>
                    <a:pt x="0" y="14588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104775"/>
              <a:ext cx="4879578" cy="1563626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4234"/>
                </a:lnSpc>
              </a:pPr>
              <a:r>
                <a:rPr lang="en-US" spc="-53" sz="2600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Customized workouts tailored to your needs.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87475" y="6969175"/>
            <a:ext cx="647402" cy="647402"/>
            <a:chOff x="0" y="0"/>
            <a:chExt cx="863203" cy="863203"/>
          </a:xfrm>
        </p:grpSpPr>
        <p:sp>
          <p:nvSpPr>
            <p:cNvPr id="29" name="Freeform 29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b="b" l="l" r="r" t="t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b="b" l="l" r="r" t="t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913632" y="6973938"/>
            <a:ext cx="5972427" cy="1946211"/>
            <a:chOff x="0" y="0"/>
            <a:chExt cx="4961732" cy="161685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961732" cy="1616859"/>
            </a:xfrm>
            <a:custGeom>
              <a:avLst/>
              <a:gdLst/>
              <a:ahLst/>
              <a:cxnLst/>
              <a:rect b="b" l="l" r="r" t="t"/>
              <a:pathLst>
                <a:path h="1616859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1616859"/>
                  </a:lnTo>
                  <a:lnTo>
                    <a:pt x="0" y="16168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4961732" cy="1654959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4665"/>
                </a:lnSpc>
              </a:pPr>
              <a:r>
                <a:rPr lang="en-US" spc="-75" sz="3699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Track Your Progress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913633" y="7609135"/>
            <a:ext cx="8524131" cy="560738"/>
            <a:chOff x="0" y="0"/>
            <a:chExt cx="11365508" cy="74765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365509" cy="747651"/>
            </a:xfrm>
            <a:custGeom>
              <a:avLst/>
              <a:gdLst/>
              <a:ahLst/>
              <a:cxnLst/>
              <a:rect b="b" l="l" r="r" t="t"/>
              <a:pathLst>
                <a:path h="747651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747651"/>
                  </a:lnTo>
                  <a:lnTo>
                    <a:pt x="0" y="7476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104775"/>
              <a:ext cx="11365508" cy="852426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4234"/>
                </a:lnSpc>
              </a:pPr>
              <a:r>
                <a:rPr lang="en-US" spc="-53" sz="2600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Monitor your achievements and stay motivated.</a:t>
              </a:r>
            </a:p>
          </p:txBody>
        </p:sp>
      </p:grp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b="b" l="l" r="r" t="t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b="b" l="l" r="r" t="t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descr="preencoded.png" id="5" name="Freeform 5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b="b" l="l" r="r" t="t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descr="preencoded.png" id="6" name="Freeform 6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b="b" l="l" r="r" t="t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92238" y="2189709"/>
            <a:ext cx="7442746" cy="930325"/>
            <a:chOff x="0" y="0"/>
            <a:chExt cx="9923662" cy="12404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923662" cy="1240433"/>
            </a:xfrm>
            <a:custGeom>
              <a:avLst/>
              <a:gdLst/>
              <a:ahLst/>
              <a:cxnLst/>
              <a:rect b="b" l="l" r="r" t="t"/>
              <a:pathLst>
                <a:path h="1240433" w="9923662">
                  <a:moveTo>
                    <a:pt x="0" y="0"/>
                  </a:moveTo>
                  <a:lnTo>
                    <a:pt x="9923662" y="0"/>
                  </a:lnTo>
                  <a:lnTo>
                    <a:pt x="9923662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9923662" cy="1288058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7312"/>
                </a:lnSpc>
              </a:pPr>
              <a:r>
                <a:rPr lang="en-US" spc="-117" sz="5812">
                  <a:solidFill>
                    <a:srgbClr val="FF8AAF"/>
                  </a:solidFill>
                  <a:latin typeface="Petrona"/>
                  <a:ea typeface="Petrona"/>
                  <a:cs typeface="Petrona"/>
                  <a:sym typeface="Petrona"/>
                </a:rPr>
                <a:t>What is FitFlex?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87475" y="3540472"/>
            <a:ext cx="4590604" cy="2603152"/>
            <a:chOff x="0" y="0"/>
            <a:chExt cx="6120805" cy="3470870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6108065" cy="3458210"/>
            </a:xfrm>
            <a:custGeom>
              <a:avLst/>
              <a:gdLst/>
              <a:ahLst/>
              <a:cxnLst/>
              <a:rect b="b" l="l" r="r" t="t"/>
              <a:pathLst>
                <a:path h="3458210" w="6108065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5949061" y="0"/>
                  </a:lnTo>
                  <a:cubicBezTo>
                    <a:pt x="6036945" y="0"/>
                    <a:pt x="6108065" y="71120"/>
                    <a:pt x="6108065" y="158750"/>
                  </a:cubicBezTo>
                  <a:lnTo>
                    <a:pt x="6108065" y="3299460"/>
                  </a:lnTo>
                  <a:cubicBezTo>
                    <a:pt x="6108065" y="3387090"/>
                    <a:pt x="6036818" y="3458210"/>
                    <a:pt x="5949061" y="3458210"/>
                  </a:cubicBezTo>
                  <a:lnTo>
                    <a:pt x="159004" y="3458210"/>
                  </a:lnTo>
                  <a:cubicBezTo>
                    <a:pt x="71247" y="3458210"/>
                    <a:pt x="0" y="3387090"/>
                    <a:pt x="0" y="3299460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6120765" cy="3470910"/>
            </a:xfrm>
            <a:custGeom>
              <a:avLst/>
              <a:gdLst/>
              <a:ahLst/>
              <a:cxnLst/>
              <a:rect b="b" l="l" r="r" t="t"/>
              <a:pathLst>
                <a:path h="3470910" w="612076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5955411" y="0"/>
                  </a:lnTo>
                  <a:lnTo>
                    <a:pt x="5955411" y="6350"/>
                  </a:lnTo>
                  <a:lnTo>
                    <a:pt x="5955411" y="0"/>
                  </a:lnTo>
                  <a:cubicBezTo>
                    <a:pt x="6046724" y="0"/>
                    <a:pt x="6120765" y="73914"/>
                    <a:pt x="6120765" y="165100"/>
                  </a:cubicBezTo>
                  <a:lnTo>
                    <a:pt x="6114415" y="165100"/>
                  </a:lnTo>
                  <a:lnTo>
                    <a:pt x="6120765" y="165100"/>
                  </a:lnTo>
                  <a:lnTo>
                    <a:pt x="6120765" y="3305810"/>
                  </a:lnTo>
                  <a:lnTo>
                    <a:pt x="6114415" y="3305810"/>
                  </a:lnTo>
                  <a:lnTo>
                    <a:pt x="6120765" y="3305810"/>
                  </a:lnTo>
                  <a:cubicBezTo>
                    <a:pt x="6120765" y="3396996"/>
                    <a:pt x="6046724" y="3470910"/>
                    <a:pt x="5955411" y="3470910"/>
                  </a:cubicBezTo>
                  <a:lnTo>
                    <a:pt x="5955411" y="3464560"/>
                  </a:lnTo>
                  <a:lnTo>
                    <a:pt x="5955411" y="3470910"/>
                  </a:lnTo>
                  <a:lnTo>
                    <a:pt x="165354" y="3470910"/>
                  </a:lnTo>
                  <a:lnTo>
                    <a:pt x="165354" y="3464560"/>
                  </a:lnTo>
                  <a:lnTo>
                    <a:pt x="165354" y="3470910"/>
                  </a:lnTo>
                  <a:cubicBezTo>
                    <a:pt x="74041" y="3470910"/>
                    <a:pt x="0" y="3396996"/>
                    <a:pt x="0" y="330581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305810"/>
                  </a:lnTo>
                  <a:lnTo>
                    <a:pt x="6350" y="3305810"/>
                  </a:lnTo>
                  <a:lnTo>
                    <a:pt x="12700" y="3305810"/>
                  </a:lnTo>
                  <a:cubicBezTo>
                    <a:pt x="12700" y="3390011"/>
                    <a:pt x="81026" y="3458210"/>
                    <a:pt x="165354" y="3458210"/>
                  </a:cubicBezTo>
                  <a:lnTo>
                    <a:pt x="5955411" y="3458210"/>
                  </a:lnTo>
                  <a:cubicBezTo>
                    <a:pt x="6039739" y="3458210"/>
                    <a:pt x="6108065" y="3390011"/>
                    <a:pt x="6108065" y="3305810"/>
                  </a:cubicBezTo>
                  <a:lnTo>
                    <a:pt x="6108065" y="165100"/>
                  </a:lnTo>
                  <a:cubicBezTo>
                    <a:pt x="6108065" y="80899"/>
                    <a:pt x="6039739" y="12700"/>
                    <a:pt x="595541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285280" y="3838278"/>
            <a:ext cx="3994994" cy="930176"/>
            <a:chOff x="0" y="0"/>
            <a:chExt cx="5326658" cy="124023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326658" cy="1240235"/>
            </a:xfrm>
            <a:custGeom>
              <a:avLst/>
              <a:gdLst/>
              <a:ahLst/>
              <a:cxnLst/>
              <a:rect b="b" l="l" r="r" t="t"/>
              <a:pathLst>
                <a:path h="1240235" w="5326658">
                  <a:moveTo>
                    <a:pt x="0" y="0"/>
                  </a:moveTo>
                  <a:lnTo>
                    <a:pt x="5326658" y="0"/>
                  </a:lnTo>
                  <a:lnTo>
                    <a:pt x="5326658" y="1240235"/>
                  </a:lnTo>
                  <a:lnTo>
                    <a:pt x="0" y="12402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5326658" cy="1268810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625"/>
                </a:lnSpc>
              </a:pPr>
              <a:r>
                <a:rPr lang="en-US" spc="-58" sz="2874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Your Personal Companion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85280" y="4938564"/>
            <a:ext cx="3994994" cy="907256"/>
            <a:chOff x="0" y="0"/>
            <a:chExt cx="5326658" cy="120967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26658" cy="1209675"/>
            </a:xfrm>
            <a:custGeom>
              <a:avLst/>
              <a:gdLst/>
              <a:ahLst/>
              <a:cxnLst/>
              <a:rect b="b" l="l" r="r" t="t"/>
              <a:pathLst>
                <a:path h="1209675" w="5326658">
                  <a:moveTo>
                    <a:pt x="0" y="0"/>
                  </a:moveTo>
                  <a:lnTo>
                    <a:pt x="5326658" y="0"/>
                  </a:lnTo>
                  <a:lnTo>
                    <a:pt x="532665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5326658" cy="1295400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562"/>
                </a:lnSpc>
              </a:pPr>
              <a:r>
                <a:rPr lang="en-US" spc="-45" sz="2187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Your AI powered fitness journey starts here.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852071" y="3540472"/>
            <a:ext cx="4590604" cy="2603152"/>
            <a:chOff x="0" y="0"/>
            <a:chExt cx="6120805" cy="3470870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6108065" cy="3458210"/>
            </a:xfrm>
            <a:custGeom>
              <a:avLst/>
              <a:gdLst/>
              <a:ahLst/>
              <a:cxnLst/>
              <a:rect b="b" l="l" r="r" t="t"/>
              <a:pathLst>
                <a:path h="3458210" w="6108065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5949061" y="0"/>
                  </a:lnTo>
                  <a:cubicBezTo>
                    <a:pt x="6036945" y="0"/>
                    <a:pt x="6108065" y="71120"/>
                    <a:pt x="6108065" y="158750"/>
                  </a:cubicBezTo>
                  <a:lnTo>
                    <a:pt x="6108065" y="3299460"/>
                  </a:lnTo>
                  <a:cubicBezTo>
                    <a:pt x="6108065" y="3387090"/>
                    <a:pt x="6036818" y="3458210"/>
                    <a:pt x="5949061" y="3458210"/>
                  </a:cubicBezTo>
                  <a:lnTo>
                    <a:pt x="159004" y="3458210"/>
                  </a:lnTo>
                  <a:cubicBezTo>
                    <a:pt x="71247" y="3458210"/>
                    <a:pt x="0" y="3387090"/>
                    <a:pt x="0" y="3299460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6120765" cy="3470910"/>
            </a:xfrm>
            <a:custGeom>
              <a:avLst/>
              <a:gdLst/>
              <a:ahLst/>
              <a:cxnLst/>
              <a:rect b="b" l="l" r="r" t="t"/>
              <a:pathLst>
                <a:path h="3470910" w="612076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5955411" y="0"/>
                  </a:lnTo>
                  <a:lnTo>
                    <a:pt x="5955411" y="6350"/>
                  </a:lnTo>
                  <a:lnTo>
                    <a:pt x="5955411" y="0"/>
                  </a:lnTo>
                  <a:cubicBezTo>
                    <a:pt x="6046724" y="0"/>
                    <a:pt x="6120765" y="73914"/>
                    <a:pt x="6120765" y="165100"/>
                  </a:cubicBezTo>
                  <a:lnTo>
                    <a:pt x="6114415" y="165100"/>
                  </a:lnTo>
                  <a:lnTo>
                    <a:pt x="6120765" y="165100"/>
                  </a:lnTo>
                  <a:lnTo>
                    <a:pt x="6120765" y="3305810"/>
                  </a:lnTo>
                  <a:lnTo>
                    <a:pt x="6114415" y="3305810"/>
                  </a:lnTo>
                  <a:lnTo>
                    <a:pt x="6120765" y="3305810"/>
                  </a:lnTo>
                  <a:cubicBezTo>
                    <a:pt x="6120765" y="3396996"/>
                    <a:pt x="6046724" y="3470910"/>
                    <a:pt x="5955411" y="3470910"/>
                  </a:cubicBezTo>
                  <a:lnTo>
                    <a:pt x="5955411" y="3464560"/>
                  </a:lnTo>
                  <a:lnTo>
                    <a:pt x="5955411" y="3470910"/>
                  </a:lnTo>
                  <a:lnTo>
                    <a:pt x="165354" y="3470910"/>
                  </a:lnTo>
                  <a:lnTo>
                    <a:pt x="165354" y="3464560"/>
                  </a:lnTo>
                  <a:lnTo>
                    <a:pt x="165354" y="3470910"/>
                  </a:lnTo>
                  <a:cubicBezTo>
                    <a:pt x="74041" y="3470910"/>
                    <a:pt x="0" y="3396996"/>
                    <a:pt x="0" y="330581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305810"/>
                  </a:lnTo>
                  <a:lnTo>
                    <a:pt x="6350" y="3305810"/>
                  </a:lnTo>
                  <a:lnTo>
                    <a:pt x="12700" y="3305810"/>
                  </a:lnTo>
                  <a:cubicBezTo>
                    <a:pt x="12700" y="3390011"/>
                    <a:pt x="81026" y="3458210"/>
                    <a:pt x="165354" y="3458210"/>
                  </a:cubicBezTo>
                  <a:lnTo>
                    <a:pt x="5955411" y="3458210"/>
                  </a:lnTo>
                  <a:cubicBezTo>
                    <a:pt x="6039739" y="3458210"/>
                    <a:pt x="6108065" y="3390011"/>
                    <a:pt x="6108065" y="3305810"/>
                  </a:cubicBezTo>
                  <a:lnTo>
                    <a:pt x="6108065" y="165100"/>
                  </a:lnTo>
                  <a:cubicBezTo>
                    <a:pt x="6108065" y="80899"/>
                    <a:pt x="6039739" y="12700"/>
                    <a:pt x="595541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6149876" y="3838278"/>
            <a:ext cx="3721299" cy="465087"/>
            <a:chOff x="0" y="0"/>
            <a:chExt cx="4961732" cy="62011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b="b" l="l" r="r" t="t"/>
              <a:pathLst>
                <a:path h="620117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4961732" cy="648692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625"/>
                </a:lnSpc>
              </a:pPr>
              <a:r>
                <a:rPr lang="en-US" spc="-58" sz="2874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Achieve Your Goals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49876" y="4473476"/>
            <a:ext cx="3994994" cy="453629"/>
            <a:chOff x="0" y="0"/>
            <a:chExt cx="5326658" cy="60483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326658" cy="604838"/>
            </a:xfrm>
            <a:custGeom>
              <a:avLst/>
              <a:gdLst/>
              <a:ahLst/>
              <a:cxnLst/>
              <a:rect b="b" l="l" r="r" t="t"/>
              <a:pathLst>
                <a:path h="604838" w="5326658">
                  <a:moveTo>
                    <a:pt x="0" y="0"/>
                  </a:moveTo>
                  <a:lnTo>
                    <a:pt x="5326658" y="0"/>
                  </a:lnTo>
                  <a:lnTo>
                    <a:pt x="532665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85725"/>
              <a:ext cx="5326658" cy="690563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562"/>
                </a:lnSpc>
              </a:pPr>
              <a:r>
                <a:rPr lang="en-US" spc="-45" sz="2187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A comprehensive fitness app.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87475" y="6417617"/>
            <a:ext cx="9455051" cy="1684436"/>
            <a:chOff x="0" y="0"/>
            <a:chExt cx="12606735" cy="2245915"/>
          </a:xfrm>
        </p:grpSpPr>
        <p:sp>
          <p:nvSpPr>
            <p:cNvPr id="29" name="Freeform 29"/>
            <p:cNvSpPr/>
            <p:nvPr/>
          </p:nvSpPr>
          <p:spPr>
            <a:xfrm>
              <a:off x="6350" y="6350"/>
              <a:ext cx="12594082" cy="2233168"/>
            </a:xfrm>
            <a:custGeom>
              <a:avLst/>
              <a:gdLst/>
              <a:ahLst/>
              <a:cxnLst/>
              <a:rect b="b" l="l" r="r" t="t"/>
              <a:pathLst>
                <a:path h="2233168" w="12594082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2434570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074418"/>
                  </a:lnTo>
                  <a:cubicBezTo>
                    <a:pt x="12594082" y="2162048"/>
                    <a:pt x="12522708" y="2233168"/>
                    <a:pt x="12434570" y="2233168"/>
                  </a:cubicBezTo>
                  <a:lnTo>
                    <a:pt x="159512" y="2233168"/>
                  </a:lnTo>
                  <a:cubicBezTo>
                    <a:pt x="71374" y="2233168"/>
                    <a:pt x="0" y="2162048"/>
                    <a:pt x="0" y="2074418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12606782" cy="2245868"/>
            </a:xfrm>
            <a:custGeom>
              <a:avLst/>
              <a:gdLst/>
              <a:ahLst/>
              <a:cxnLst/>
              <a:rect b="b" l="l" r="r" t="t"/>
              <a:pathLst>
                <a:path h="2245868" w="12606782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2440920" y="0"/>
                  </a:lnTo>
                  <a:lnTo>
                    <a:pt x="12440920" y="6350"/>
                  </a:lnTo>
                  <a:lnTo>
                    <a:pt x="12440920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080768"/>
                  </a:lnTo>
                  <a:lnTo>
                    <a:pt x="12600432" y="2080768"/>
                  </a:lnTo>
                  <a:lnTo>
                    <a:pt x="12606782" y="2080768"/>
                  </a:lnTo>
                  <a:cubicBezTo>
                    <a:pt x="12606782" y="2171954"/>
                    <a:pt x="12532487" y="2245868"/>
                    <a:pt x="12440920" y="2245868"/>
                  </a:cubicBezTo>
                  <a:lnTo>
                    <a:pt x="12440920" y="2239518"/>
                  </a:lnTo>
                  <a:lnTo>
                    <a:pt x="12440920" y="2245868"/>
                  </a:lnTo>
                  <a:lnTo>
                    <a:pt x="165862" y="2245868"/>
                  </a:lnTo>
                  <a:lnTo>
                    <a:pt x="165862" y="2239518"/>
                  </a:lnTo>
                  <a:lnTo>
                    <a:pt x="165862" y="2245868"/>
                  </a:lnTo>
                  <a:cubicBezTo>
                    <a:pt x="74295" y="2245868"/>
                    <a:pt x="0" y="2171954"/>
                    <a:pt x="0" y="208076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80768"/>
                  </a:lnTo>
                  <a:lnTo>
                    <a:pt x="6350" y="2080768"/>
                  </a:lnTo>
                  <a:lnTo>
                    <a:pt x="12700" y="2080768"/>
                  </a:lnTo>
                  <a:cubicBezTo>
                    <a:pt x="12700" y="2164969"/>
                    <a:pt x="81280" y="2233168"/>
                    <a:pt x="165862" y="2233168"/>
                  </a:cubicBezTo>
                  <a:lnTo>
                    <a:pt x="12440920" y="2233168"/>
                  </a:lnTo>
                  <a:cubicBezTo>
                    <a:pt x="12525501" y="2233168"/>
                    <a:pt x="12594082" y="2164842"/>
                    <a:pt x="12594082" y="2080768"/>
                  </a:cubicBezTo>
                  <a:lnTo>
                    <a:pt x="12594082" y="165100"/>
                  </a:lnTo>
                  <a:cubicBezTo>
                    <a:pt x="12594082" y="80899"/>
                    <a:pt x="12525501" y="12700"/>
                    <a:pt x="12440920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285280" y="6715422"/>
            <a:ext cx="3721299" cy="465088"/>
            <a:chOff x="0" y="0"/>
            <a:chExt cx="4961732" cy="62011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b="b" l="l" r="r" t="t"/>
              <a:pathLst>
                <a:path h="620117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4961732" cy="648692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625"/>
                </a:lnSpc>
              </a:pPr>
              <a:r>
                <a:rPr lang="en-US" spc="-58" sz="2874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Anytime, Anywhere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85280" y="7350621"/>
            <a:ext cx="8859441" cy="453629"/>
            <a:chOff x="0" y="0"/>
            <a:chExt cx="11812588" cy="60483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812588" cy="604838"/>
            </a:xfrm>
            <a:custGeom>
              <a:avLst/>
              <a:gdLst/>
              <a:ahLst/>
              <a:cxnLst/>
              <a:rect b="b" l="l" r="r" t="t"/>
              <a:pathLst>
                <a:path h="604838" w="11812588">
                  <a:moveTo>
                    <a:pt x="0" y="0"/>
                  </a:moveTo>
                  <a:lnTo>
                    <a:pt x="11812588" y="0"/>
                  </a:lnTo>
                  <a:lnTo>
                    <a:pt x="118125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11812588" cy="690563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562"/>
                </a:lnSpc>
              </a:pPr>
              <a:r>
                <a:rPr lang="en-US" spc="-45" sz="2187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Your training partner to make you feel amazing.</a:t>
              </a:r>
            </a:p>
          </p:txBody>
        </p:sp>
      </p:grp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b="b" l="l" r="r" t="t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b="b" l="l" r="r" t="t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descr="preencoded.png" id="5" name="Freeform 5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b="b" l="l" r="r" t="t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descr="preencoded.png" id="6" name="Freeform 6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b="b" l="l" r="r" t="t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92238" y="1981944"/>
            <a:ext cx="7442746" cy="930325"/>
            <a:chOff x="0" y="0"/>
            <a:chExt cx="9923662" cy="12404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923662" cy="1240433"/>
            </a:xfrm>
            <a:custGeom>
              <a:avLst/>
              <a:gdLst/>
              <a:ahLst/>
              <a:cxnLst/>
              <a:rect b="b" l="l" r="r" t="t"/>
              <a:pathLst>
                <a:path h="1240433" w="9923662">
                  <a:moveTo>
                    <a:pt x="0" y="0"/>
                  </a:moveTo>
                  <a:lnTo>
                    <a:pt x="9923662" y="0"/>
                  </a:lnTo>
                  <a:lnTo>
                    <a:pt x="9923662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9923662" cy="1288058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7312"/>
                </a:lnSpc>
              </a:pPr>
              <a:r>
                <a:rPr lang="en-US" spc="-117" sz="5812">
                  <a:solidFill>
                    <a:srgbClr val="FF8AAF"/>
                  </a:solidFill>
                  <a:latin typeface="Petrona"/>
                  <a:ea typeface="Petrona"/>
                  <a:cs typeface="Petrona"/>
                  <a:sym typeface="Petrona"/>
                </a:rPr>
                <a:t>Key Features</a:t>
              </a:r>
            </a:p>
          </p:txBody>
        </p:sp>
      </p:grpSp>
      <p:sp>
        <p:nvSpPr>
          <p:cNvPr descr="preencoded.png" id="10" name="Freeform 10"/>
          <p:cNvSpPr/>
          <p:nvPr/>
        </p:nvSpPr>
        <p:spPr>
          <a:xfrm>
            <a:off x="992238" y="3387030"/>
            <a:ext cx="708720" cy="708720"/>
          </a:xfrm>
          <a:custGeom>
            <a:avLst/>
            <a:gdLst/>
            <a:ahLst/>
            <a:cxnLst/>
            <a:rect b="b" l="l" r="r" t="t"/>
            <a:pathLst>
              <a:path h="708720" w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984474" y="3337471"/>
            <a:ext cx="3721299" cy="465087"/>
            <a:chOff x="0" y="0"/>
            <a:chExt cx="4961732" cy="6201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b="b" l="l" r="r" t="t"/>
              <a:pathLst>
                <a:path h="620117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4961732" cy="648692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625"/>
                </a:lnSpc>
              </a:pPr>
              <a:r>
                <a:rPr lang="en-US" spc="-58" sz="2874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Personalized Plans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984474" y="3972669"/>
            <a:ext cx="8453289" cy="453629"/>
            <a:chOff x="0" y="0"/>
            <a:chExt cx="11271052" cy="6048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271052" cy="604838"/>
            </a:xfrm>
            <a:custGeom>
              <a:avLst/>
              <a:gdLst/>
              <a:ahLst/>
              <a:cxnLst/>
              <a:rect b="b" l="l" r="r" t="t"/>
              <a:pathLst>
                <a:path h="604838" w="11271052">
                  <a:moveTo>
                    <a:pt x="0" y="0"/>
                  </a:moveTo>
                  <a:lnTo>
                    <a:pt x="11271052" y="0"/>
                  </a:lnTo>
                  <a:lnTo>
                    <a:pt x="1127105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11271052" cy="690563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562"/>
                </a:lnSpc>
              </a:pPr>
              <a:r>
                <a:rPr lang="en-US" spc="-45" sz="2187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Customized workout regimens designed for you.</a:t>
              </a:r>
            </a:p>
          </p:txBody>
        </p:sp>
      </p:grpSp>
      <p:sp>
        <p:nvSpPr>
          <p:cNvPr descr="preencoded.png" id="17" name="Freeform 17"/>
          <p:cNvSpPr/>
          <p:nvPr/>
        </p:nvSpPr>
        <p:spPr>
          <a:xfrm>
            <a:off x="992238" y="5326410"/>
            <a:ext cx="708720" cy="708720"/>
          </a:xfrm>
          <a:custGeom>
            <a:avLst/>
            <a:gdLst/>
            <a:ahLst/>
            <a:cxnLst/>
            <a:rect b="b" l="l" r="r" t="t"/>
            <a:pathLst>
              <a:path h="708720" w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984474" y="5276850"/>
            <a:ext cx="3721299" cy="465088"/>
            <a:chOff x="0" y="0"/>
            <a:chExt cx="4961732" cy="62011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b="b" l="l" r="r" t="t"/>
              <a:pathLst>
                <a:path h="620117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4961732" cy="648692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625"/>
                </a:lnSpc>
              </a:pPr>
              <a:r>
                <a:rPr lang="en-US" spc="-58" sz="2874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Progress Tracking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984474" y="5912049"/>
            <a:ext cx="8453289" cy="453629"/>
            <a:chOff x="0" y="0"/>
            <a:chExt cx="11271052" cy="60483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271052" cy="604838"/>
            </a:xfrm>
            <a:custGeom>
              <a:avLst/>
              <a:gdLst/>
              <a:ahLst/>
              <a:cxnLst/>
              <a:rect b="b" l="l" r="r" t="t"/>
              <a:pathLst>
                <a:path h="604838" w="11271052">
                  <a:moveTo>
                    <a:pt x="0" y="0"/>
                  </a:moveTo>
                  <a:lnTo>
                    <a:pt x="11271052" y="0"/>
                  </a:lnTo>
                  <a:lnTo>
                    <a:pt x="1127105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11271052" cy="690563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562"/>
                </a:lnSpc>
              </a:pPr>
              <a:r>
                <a:rPr lang="en-US" spc="-45" sz="2187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Monitor your fitness journey in real time.</a:t>
              </a:r>
            </a:p>
          </p:txBody>
        </p:sp>
      </p:grpSp>
      <p:sp>
        <p:nvSpPr>
          <p:cNvPr descr="preencoded.png" id="24" name="Freeform 24"/>
          <p:cNvSpPr/>
          <p:nvPr/>
        </p:nvSpPr>
        <p:spPr>
          <a:xfrm>
            <a:off x="992238" y="7265789"/>
            <a:ext cx="708720" cy="708720"/>
          </a:xfrm>
          <a:custGeom>
            <a:avLst/>
            <a:gdLst/>
            <a:ahLst/>
            <a:cxnLst/>
            <a:rect b="b" l="l" r="r" t="t"/>
            <a:pathLst>
              <a:path h="708720" w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1984474" y="7216229"/>
            <a:ext cx="3721299" cy="465088"/>
            <a:chOff x="0" y="0"/>
            <a:chExt cx="4961732" cy="62011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b="b" l="l" r="r" t="t"/>
              <a:pathLst>
                <a:path h="620117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4961732" cy="648692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625"/>
                </a:lnSpc>
              </a:pPr>
              <a:r>
                <a:rPr lang="en-US" spc="-58" sz="2874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Nutrition Guidance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984474" y="7851427"/>
            <a:ext cx="8453289" cy="453629"/>
            <a:chOff x="0" y="0"/>
            <a:chExt cx="11271052" cy="60483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271052" cy="604838"/>
            </a:xfrm>
            <a:custGeom>
              <a:avLst/>
              <a:gdLst/>
              <a:ahLst/>
              <a:cxnLst/>
              <a:rect b="b" l="l" r="r" t="t"/>
              <a:pathLst>
                <a:path h="604838" w="11271052">
                  <a:moveTo>
                    <a:pt x="0" y="0"/>
                  </a:moveTo>
                  <a:lnTo>
                    <a:pt x="11271052" y="0"/>
                  </a:lnTo>
                  <a:lnTo>
                    <a:pt x="1127105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85725"/>
              <a:ext cx="11271052" cy="690563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562"/>
                </a:lnSpc>
              </a:pPr>
              <a:r>
                <a:rPr lang="en-US" spc="-45" sz="2187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Expert tips to fuel your body for optimal results.</a:t>
              </a:r>
            </a:p>
          </p:txBody>
        </p:sp>
      </p:grp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7258" y="-639105"/>
            <a:ext cx="18925258" cy="11565210"/>
          </a:xfrm>
          <a:custGeom>
            <a:avLst/>
            <a:gdLst/>
            <a:ahLst/>
            <a:cxnLst/>
            <a:rect b="b" l="l" r="r" t="t"/>
            <a:pathLst>
              <a:path h="11565210" w="18925258">
                <a:moveTo>
                  <a:pt x="0" y="0"/>
                </a:moveTo>
                <a:lnTo>
                  <a:pt x="18925258" y="0"/>
                </a:lnTo>
                <a:lnTo>
                  <a:pt x="18925258" y="11565210"/>
                </a:lnTo>
                <a:lnTo>
                  <a:pt x="0" y="115652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2027" l="-632" t="-447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201900" y="8395910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b="b" l="l" r="r" t="t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C052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812800" cy="898525"/>
            </a:xfrm>
            <a:prstGeom prst="rect">
              <a:avLst/>
            </a:prstGeom>
          </p:spPr>
          <p:txBody>
            <a:bodyPr anchor="ctr" bIns="50800" lIns="50800" numCol="1" rIns="50800" rtlCol="0" tIns="50800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0"/>
            <a:ext cx="16855448" cy="10687566"/>
          </a:xfrm>
          <a:custGeom>
            <a:avLst/>
            <a:gdLst/>
            <a:ahLst/>
            <a:cxnLst/>
            <a:rect b="b" l="l" r="r" t="t"/>
            <a:pathLst>
              <a:path h="10687566" w="16855448">
                <a:moveTo>
                  <a:pt x="0" y="0"/>
                </a:moveTo>
                <a:lnTo>
                  <a:pt x="16855448" y="0"/>
                </a:lnTo>
                <a:lnTo>
                  <a:pt x="16855448" y="10687566"/>
                </a:lnTo>
                <a:lnTo>
                  <a:pt x="0" y="1068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5790" t="-5790"/>
            </a:stretch>
          </a:blipFill>
        </p:spPr>
      </p: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b="b" l="l" r="r" t="t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b="b" l="l" r="r" t="t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descr="preencoded.png" id="5" name="Freeform 5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b="b" l="l" r="r" t="t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descr="preencoded.png" id="6" name="Freeform 6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b="b" l="l" r="r" t="t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850237" y="1698426"/>
            <a:ext cx="7442746" cy="930325"/>
            <a:chOff x="0" y="0"/>
            <a:chExt cx="9923662" cy="12404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923662" cy="1240433"/>
            </a:xfrm>
            <a:custGeom>
              <a:avLst/>
              <a:gdLst/>
              <a:ahLst/>
              <a:cxnLst/>
              <a:rect b="b" l="l" r="r" t="t"/>
              <a:pathLst>
                <a:path h="1240433" w="9923662">
                  <a:moveTo>
                    <a:pt x="0" y="0"/>
                  </a:moveTo>
                  <a:lnTo>
                    <a:pt x="9923662" y="0"/>
                  </a:lnTo>
                  <a:lnTo>
                    <a:pt x="9923662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9923662" cy="1288058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7312"/>
                </a:lnSpc>
              </a:pPr>
              <a:r>
                <a:rPr lang="en-US" spc="-117" sz="5812">
                  <a:solidFill>
                    <a:srgbClr val="FF8AAF"/>
                  </a:solidFill>
                  <a:latin typeface="Petrona"/>
                  <a:ea typeface="Petrona"/>
                  <a:cs typeface="Petrona"/>
                  <a:sym typeface="Petrona"/>
                </a:rPr>
                <a:t>Technology Used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69176" y="3053954"/>
            <a:ext cx="38100" cy="5534620"/>
            <a:chOff x="0" y="0"/>
            <a:chExt cx="50800" cy="73794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800" cy="7379462"/>
            </a:xfrm>
            <a:custGeom>
              <a:avLst/>
              <a:gdLst/>
              <a:ahLst/>
              <a:cxnLst/>
              <a:rect b="b" l="l" r="r" t="t"/>
              <a:pathLst>
                <a:path h="7379462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7354062"/>
                  </a:lnTo>
                  <a:cubicBezTo>
                    <a:pt x="50800" y="7368032"/>
                    <a:pt x="39370" y="7379462"/>
                    <a:pt x="25400" y="7379462"/>
                  </a:cubicBezTo>
                  <a:cubicBezTo>
                    <a:pt x="11430" y="7379462"/>
                    <a:pt x="0" y="7368032"/>
                    <a:pt x="0" y="7354062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450015" y="3672780"/>
            <a:ext cx="850552" cy="38100"/>
            <a:chOff x="0" y="0"/>
            <a:chExt cx="1134070" cy="50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b="b" l="l" r="r" t="t"/>
              <a:pathLst>
                <a:path h="50800" w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845475" y="3368129"/>
            <a:ext cx="647402" cy="647402"/>
            <a:chOff x="0" y="0"/>
            <a:chExt cx="863203" cy="863203"/>
          </a:xfrm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b="b" l="l" r="r" t="t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b="b" l="l" r="r" t="t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descr="preencoded.png" id="17" name="Freeform 17"/>
          <p:cNvSpPr/>
          <p:nvPr/>
        </p:nvSpPr>
        <p:spPr>
          <a:xfrm>
            <a:off x="7945934" y="3412777"/>
            <a:ext cx="446485" cy="558105"/>
          </a:xfrm>
          <a:custGeom>
            <a:avLst/>
            <a:gdLst/>
            <a:ahLst/>
            <a:cxnLst/>
            <a:rect b="b" l="l" r="r" t="t"/>
            <a:pathLst>
              <a:path h="558105" w="446485">
                <a:moveTo>
                  <a:pt x="0" y="0"/>
                </a:moveTo>
                <a:lnTo>
                  <a:pt x="446485" y="0"/>
                </a:lnTo>
                <a:lnTo>
                  <a:pt x="446485" y="558105"/>
                </a:lnTo>
                <a:lnTo>
                  <a:pt x="0" y="558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212" t="-212"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9586764" y="3337471"/>
            <a:ext cx="3721299" cy="632472"/>
            <a:chOff x="0" y="0"/>
            <a:chExt cx="4961732" cy="8432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61732" cy="843296"/>
            </a:xfrm>
            <a:custGeom>
              <a:avLst/>
              <a:gdLst/>
              <a:ahLst/>
              <a:cxnLst/>
              <a:rect b="b" l="l" r="r" t="t"/>
              <a:pathLst>
                <a:path h="843296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843296"/>
                  </a:lnTo>
                  <a:lnTo>
                    <a:pt x="0" y="843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4961732" cy="871871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4791"/>
                </a:lnSpc>
              </a:pPr>
              <a:r>
                <a:rPr lang="en-US" spc="-77" sz="3800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AI Algorithms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586764" y="3972669"/>
            <a:ext cx="7708999" cy="1094138"/>
            <a:chOff x="0" y="0"/>
            <a:chExt cx="10278665" cy="145885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278665" cy="1458851"/>
            </a:xfrm>
            <a:custGeom>
              <a:avLst/>
              <a:gdLst/>
              <a:ahLst/>
              <a:cxnLst/>
              <a:rect b="b" l="l" r="r" t="t"/>
              <a:pathLst>
                <a:path h="1458851" w="10278665">
                  <a:moveTo>
                    <a:pt x="0" y="0"/>
                  </a:moveTo>
                  <a:lnTo>
                    <a:pt x="10278665" y="0"/>
                  </a:lnTo>
                  <a:lnTo>
                    <a:pt x="10278665" y="1458851"/>
                  </a:lnTo>
                  <a:lnTo>
                    <a:pt x="0" y="14588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04775"/>
              <a:ext cx="10278665" cy="1563626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4234"/>
                </a:lnSpc>
              </a:pPr>
              <a:r>
                <a:rPr lang="en-US" spc="-53" sz="2600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Advanced machine learning for personalized workouts.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450015" y="5612160"/>
            <a:ext cx="850552" cy="38100"/>
            <a:chOff x="0" y="0"/>
            <a:chExt cx="1134070" cy="50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b="b" l="l" r="r" t="t"/>
              <a:pathLst>
                <a:path h="50800" w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7845475" y="5307509"/>
            <a:ext cx="647402" cy="647402"/>
            <a:chOff x="0" y="0"/>
            <a:chExt cx="863203" cy="863203"/>
          </a:xfrm>
        </p:grpSpPr>
        <p:sp>
          <p:nvSpPr>
            <p:cNvPr id="27" name="Freeform 27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b="b" l="l" r="r" t="t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b="b" l="l" r="r" t="t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descr="preencoded.png" id="29" name="Freeform 29"/>
          <p:cNvSpPr/>
          <p:nvPr/>
        </p:nvSpPr>
        <p:spPr>
          <a:xfrm>
            <a:off x="7945934" y="5352158"/>
            <a:ext cx="446485" cy="558105"/>
          </a:xfrm>
          <a:custGeom>
            <a:avLst/>
            <a:gdLst/>
            <a:ahLst/>
            <a:cxnLst/>
            <a:rect b="b" l="l" r="r" t="t"/>
            <a:pathLst>
              <a:path h="558105" w="446485">
                <a:moveTo>
                  <a:pt x="0" y="0"/>
                </a:moveTo>
                <a:lnTo>
                  <a:pt x="446485" y="0"/>
                </a:lnTo>
                <a:lnTo>
                  <a:pt x="446485" y="558104"/>
                </a:lnTo>
                <a:lnTo>
                  <a:pt x="0" y="5581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212" t="-212"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9586764" y="5276850"/>
            <a:ext cx="3721299" cy="632472"/>
            <a:chOff x="0" y="0"/>
            <a:chExt cx="4961732" cy="84329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961732" cy="843296"/>
            </a:xfrm>
            <a:custGeom>
              <a:avLst/>
              <a:gdLst/>
              <a:ahLst/>
              <a:cxnLst/>
              <a:rect b="b" l="l" r="r" t="t"/>
              <a:pathLst>
                <a:path h="843296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843296"/>
                  </a:lnTo>
                  <a:lnTo>
                    <a:pt x="0" y="843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4961732" cy="871871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4791"/>
                </a:lnSpc>
              </a:pPr>
              <a:r>
                <a:rPr lang="en-US" spc="-77" sz="3800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Cloud Storage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586764" y="5912049"/>
            <a:ext cx="7708999" cy="560738"/>
            <a:chOff x="0" y="0"/>
            <a:chExt cx="10278665" cy="74765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278665" cy="747651"/>
            </a:xfrm>
            <a:custGeom>
              <a:avLst/>
              <a:gdLst/>
              <a:ahLst/>
              <a:cxnLst/>
              <a:rect b="b" l="l" r="r" t="t"/>
              <a:pathLst>
                <a:path h="747651" w="10278665">
                  <a:moveTo>
                    <a:pt x="0" y="0"/>
                  </a:moveTo>
                  <a:lnTo>
                    <a:pt x="10278665" y="0"/>
                  </a:lnTo>
                  <a:lnTo>
                    <a:pt x="10278665" y="747651"/>
                  </a:lnTo>
                  <a:lnTo>
                    <a:pt x="0" y="7476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104775"/>
              <a:ext cx="10278665" cy="852426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4234"/>
                </a:lnSpc>
              </a:pPr>
              <a:r>
                <a:rPr lang="en-US" spc="-53" sz="2600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Securely store your data.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450015" y="7551539"/>
            <a:ext cx="850552" cy="38100"/>
            <a:chOff x="0" y="0"/>
            <a:chExt cx="1134070" cy="50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b="b" l="l" r="r" t="t"/>
              <a:pathLst>
                <a:path h="50800" w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7845475" y="7246887"/>
            <a:ext cx="647402" cy="647402"/>
            <a:chOff x="0" y="0"/>
            <a:chExt cx="863203" cy="863203"/>
          </a:xfrm>
        </p:grpSpPr>
        <p:sp>
          <p:nvSpPr>
            <p:cNvPr id="39" name="Freeform 39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b="b" l="l" r="r" t="t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b="b" l="l" r="r" t="t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descr="preencoded.png" id="41" name="Freeform 41"/>
          <p:cNvSpPr/>
          <p:nvPr/>
        </p:nvSpPr>
        <p:spPr>
          <a:xfrm>
            <a:off x="7945934" y="7291536"/>
            <a:ext cx="446485" cy="558105"/>
          </a:xfrm>
          <a:custGeom>
            <a:avLst/>
            <a:gdLst/>
            <a:ahLst/>
            <a:cxnLst/>
            <a:rect b="b" l="l" r="r" t="t"/>
            <a:pathLst>
              <a:path h="558105" w="446485">
                <a:moveTo>
                  <a:pt x="0" y="0"/>
                </a:moveTo>
                <a:lnTo>
                  <a:pt x="446485" y="0"/>
                </a:lnTo>
                <a:lnTo>
                  <a:pt x="446485" y="558105"/>
                </a:lnTo>
                <a:lnTo>
                  <a:pt x="0" y="558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b="-212" t="-212"/>
            </a:stretch>
          </a:blipFill>
        </p:spPr>
      </p:sp>
      <p:grpSp>
        <p:nvGrpSpPr>
          <p:cNvPr id="42" name="Group 42"/>
          <p:cNvGrpSpPr/>
          <p:nvPr/>
        </p:nvGrpSpPr>
        <p:grpSpPr>
          <a:xfrm>
            <a:off x="9586764" y="7216229"/>
            <a:ext cx="3721299" cy="632472"/>
            <a:chOff x="0" y="0"/>
            <a:chExt cx="4961732" cy="84329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961732" cy="843296"/>
            </a:xfrm>
            <a:custGeom>
              <a:avLst/>
              <a:gdLst/>
              <a:ahLst/>
              <a:cxnLst/>
              <a:rect b="b" l="l" r="r" t="t"/>
              <a:pathLst>
                <a:path h="843296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843296"/>
                  </a:lnTo>
                  <a:lnTo>
                    <a:pt x="0" y="843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28575"/>
              <a:ext cx="4961732" cy="871871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4791"/>
                </a:lnSpc>
              </a:pPr>
              <a:r>
                <a:rPr lang="en-US" spc="-77" sz="3800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Cross-Platform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586764" y="7851428"/>
            <a:ext cx="7708999" cy="560738"/>
            <a:chOff x="0" y="0"/>
            <a:chExt cx="10278665" cy="74765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278665" cy="747651"/>
            </a:xfrm>
            <a:custGeom>
              <a:avLst/>
              <a:gdLst/>
              <a:ahLst/>
              <a:cxnLst/>
              <a:rect b="b" l="l" r="r" t="t"/>
              <a:pathLst>
                <a:path h="747651" w="10278665">
                  <a:moveTo>
                    <a:pt x="0" y="0"/>
                  </a:moveTo>
                  <a:lnTo>
                    <a:pt x="10278665" y="0"/>
                  </a:lnTo>
                  <a:lnTo>
                    <a:pt x="10278665" y="747651"/>
                  </a:lnTo>
                  <a:lnTo>
                    <a:pt x="0" y="7476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104775"/>
              <a:ext cx="10278665" cy="852426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4234"/>
                </a:lnSpc>
              </a:pPr>
              <a:r>
                <a:rPr lang="en-US" spc="-53" sz="2600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Available on iOS and Android devices.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5582597" y="8588574"/>
            <a:ext cx="3086100" cy="3086100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b="b" l="l" r="r" t="t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C0524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85725"/>
              <a:ext cx="812800" cy="898525"/>
            </a:xfrm>
            <a:prstGeom prst="rect">
              <a:avLst/>
            </a:prstGeom>
          </p:spPr>
          <p:txBody>
            <a:bodyPr anchor="ctr" bIns="50800" lIns="50800" numCol="1" rIns="50800" rtlCol="0" tIns="50800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9336954" cy="10287000"/>
          </a:xfrm>
          <a:custGeom>
            <a:avLst/>
            <a:gdLst/>
            <a:ahLst/>
            <a:cxnLst/>
            <a:rect b="b" l="l" r="r" t="t"/>
            <a:pathLst>
              <a:path h="10287000" w="19336954">
                <a:moveTo>
                  <a:pt x="0" y="0"/>
                </a:moveTo>
                <a:lnTo>
                  <a:pt x="19336954" y="0"/>
                </a:lnTo>
                <a:lnTo>
                  <a:pt x="1933695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273" t="-1461"/>
            </a:stretch>
          </a:blipFill>
        </p:spPr>
      </p: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b="b" l="l" r="r" t="t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b="b" l="l" r="r" t="t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descr="preencoded.png" id="5" name="Freeform 5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b="b" l="l" r="r" t="t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850237" y="1448841"/>
            <a:ext cx="9445526" cy="1860649"/>
            <a:chOff x="0" y="0"/>
            <a:chExt cx="12594035" cy="24808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94035" cy="2480865"/>
            </a:xfrm>
            <a:custGeom>
              <a:avLst/>
              <a:gdLst/>
              <a:ahLst/>
              <a:cxnLst/>
              <a:rect b="b" l="l" r="r" t="t"/>
              <a:pathLst>
                <a:path h="2480865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480865"/>
                  </a:lnTo>
                  <a:lnTo>
                    <a:pt x="0" y="24808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594035" cy="2528490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7312"/>
                </a:lnSpc>
              </a:pPr>
              <a:r>
                <a:rPr lang="en-US" spc="-117" sz="5812">
                  <a:solidFill>
                    <a:srgbClr val="FF8AAF"/>
                  </a:solidFill>
                  <a:latin typeface="Petrona"/>
                  <a:ea typeface="Petrona"/>
                  <a:cs typeface="Petrona"/>
                  <a:sym typeface="Petrona"/>
                </a:rPr>
                <a:t>User Interface (UI) &amp; User Experience (UX)</a:t>
              </a:r>
            </a:p>
          </p:txBody>
        </p:sp>
      </p:grpSp>
      <p:sp>
        <p:nvSpPr>
          <p:cNvPr descr="preencoded.png" id="9" name="Freeform 9"/>
          <p:cNvSpPr/>
          <p:nvPr/>
        </p:nvSpPr>
        <p:spPr>
          <a:xfrm>
            <a:off x="7850237" y="3734693"/>
            <a:ext cx="1417588" cy="1701105"/>
          </a:xfrm>
          <a:custGeom>
            <a:avLst/>
            <a:gdLst/>
            <a:ahLst/>
            <a:cxnLst/>
            <a:rect b="b" l="l" r="r" t="t"/>
            <a:pathLst>
              <a:path h="1701105" w="1417588">
                <a:moveTo>
                  <a:pt x="0" y="0"/>
                </a:moveTo>
                <a:lnTo>
                  <a:pt x="1417588" y="0"/>
                </a:lnTo>
                <a:lnTo>
                  <a:pt x="1417588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55" t="-55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9693028" y="4018210"/>
            <a:ext cx="3721299" cy="465087"/>
            <a:chOff x="0" y="0"/>
            <a:chExt cx="4961732" cy="6201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b="b" l="l" r="r" t="t"/>
              <a:pathLst>
                <a:path h="620117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4961732" cy="648692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625"/>
                </a:lnSpc>
              </a:pPr>
              <a:r>
                <a:rPr lang="en-US" spc="-58" sz="2874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Intuitive Design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93028" y="4653409"/>
            <a:ext cx="7602736" cy="453629"/>
            <a:chOff x="0" y="0"/>
            <a:chExt cx="10136982" cy="6048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36982" cy="604838"/>
            </a:xfrm>
            <a:custGeom>
              <a:avLst/>
              <a:gdLst/>
              <a:ahLst/>
              <a:cxnLst/>
              <a:rect b="b" l="l" r="r" t="t"/>
              <a:pathLst>
                <a:path h="604838" w="10136982">
                  <a:moveTo>
                    <a:pt x="0" y="0"/>
                  </a:moveTo>
                  <a:lnTo>
                    <a:pt x="10136982" y="0"/>
                  </a:lnTo>
                  <a:lnTo>
                    <a:pt x="1013698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10136982" cy="690563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562"/>
                </a:lnSpc>
              </a:pPr>
              <a:r>
                <a:rPr lang="en-US" spc="-45" sz="2187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Easy-to-navigate interface for all users.</a:t>
              </a:r>
            </a:p>
          </p:txBody>
        </p:sp>
      </p:grpSp>
      <p:sp>
        <p:nvSpPr>
          <p:cNvPr descr="preencoded.png" id="16" name="Freeform 16"/>
          <p:cNvSpPr/>
          <p:nvPr/>
        </p:nvSpPr>
        <p:spPr>
          <a:xfrm>
            <a:off x="7850237" y="5435799"/>
            <a:ext cx="1417588" cy="1701105"/>
          </a:xfrm>
          <a:custGeom>
            <a:avLst/>
            <a:gdLst/>
            <a:ahLst/>
            <a:cxnLst/>
            <a:rect b="b" l="l" r="r" t="t"/>
            <a:pathLst>
              <a:path h="1701105" w="1417588">
                <a:moveTo>
                  <a:pt x="0" y="0"/>
                </a:moveTo>
                <a:lnTo>
                  <a:pt x="1417588" y="0"/>
                </a:lnTo>
                <a:lnTo>
                  <a:pt x="1417588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55" t="-55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9693028" y="5719316"/>
            <a:ext cx="3721299" cy="465088"/>
            <a:chOff x="0" y="0"/>
            <a:chExt cx="4961732" cy="62011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b="b" l="l" r="r" t="t"/>
              <a:pathLst>
                <a:path h="620117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4961732" cy="648692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625"/>
                </a:lnSpc>
              </a:pPr>
              <a:r>
                <a:rPr lang="en-US" spc="-58" sz="2874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User-Centric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693028" y="6354515"/>
            <a:ext cx="7602736" cy="453629"/>
            <a:chOff x="0" y="0"/>
            <a:chExt cx="10136982" cy="60483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136982" cy="604838"/>
            </a:xfrm>
            <a:custGeom>
              <a:avLst/>
              <a:gdLst/>
              <a:ahLst/>
              <a:cxnLst/>
              <a:rect b="b" l="l" r="r" t="t"/>
              <a:pathLst>
                <a:path h="604838" w="10136982">
                  <a:moveTo>
                    <a:pt x="0" y="0"/>
                  </a:moveTo>
                  <a:lnTo>
                    <a:pt x="10136982" y="0"/>
                  </a:lnTo>
                  <a:lnTo>
                    <a:pt x="1013698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0136982" cy="690563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562"/>
                </a:lnSpc>
              </a:pPr>
              <a:r>
                <a:rPr lang="en-US" spc="-45" sz="2187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Designed with user feedback.</a:t>
              </a:r>
            </a:p>
          </p:txBody>
        </p:sp>
      </p:grpSp>
      <p:sp>
        <p:nvSpPr>
          <p:cNvPr descr="preencoded.png" id="23" name="Freeform 23"/>
          <p:cNvSpPr/>
          <p:nvPr/>
        </p:nvSpPr>
        <p:spPr>
          <a:xfrm>
            <a:off x="7850237" y="7136904"/>
            <a:ext cx="1417588" cy="1701105"/>
          </a:xfrm>
          <a:custGeom>
            <a:avLst/>
            <a:gdLst/>
            <a:ahLst/>
            <a:cxnLst/>
            <a:rect b="b" l="l" r="r" t="t"/>
            <a:pathLst>
              <a:path h="1701105" w="1417588">
                <a:moveTo>
                  <a:pt x="0" y="0"/>
                </a:moveTo>
                <a:lnTo>
                  <a:pt x="1417588" y="0"/>
                </a:lnTo>
                <a:lnTo>
                  <a:pt x="1417588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55" t="-55"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9693028" y="7420421"/>
            <a:ext cx="3721299" cy="465088"/>
            <a:chOff x="0" y="0"/>
            <a:chExt cx="4961732" cy="62011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b="b" l="l" r="r" t="t"/>
              <a:pathLst>
                <a:path h="620117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4961732" cy="648692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625"/>
                </a:lnSpc>
              </a:pPr>
              <a:r>
                <a:rPr lang="en-US" spc="-58" sz="2874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Engaging Experience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693028" y="8055620"/>
            <a:ext cx="7602736" cy="453629"/>
            <a:chOff x="0" y="0"/>
            <a:chExt cx="10136982" cy="6048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136982" cy="604838"/>
            </a:xfrm>
            <a:custGeom>
              <a:avLst/>
              <a:gdLst/>
              <a:ahLst/>
              <a:cxnLst/>
              <a:rect b="b" l="l" r="r" t="t"/>
              <a:pathLst>
                <a:path h="604838" w="10136982">
                  <a:moveTo>
                    <a:pt x="0" y="0"/>
                  </a:moveTo>
                  <a:lnTo>
                    <a:pt x="10136982" y="0"/>
                  </a:lnTo>
                  <a:lnTo>
                    <a:pt x="1013698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10136982" cy="690563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562"/>
                </a:lnSpc>
              </a:pPr>
              <a:r>
                <a:rPr lang="en-US" spc="-45" sz="2187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Motivating and fun to use.</a:t>
              </a:r>
            </a:p>
          </p:txBody>
        </p:sp>
      </p:grp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b="b" l="l" r="r" t="t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b="b" l="l" r="r" t="t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92238" y="1838028"/>
            <a:ext cx="7442746" cy="930325"/>
            <a:chOff x="0" y="0"/>
            <a:chExt cx="9923662" cy="12404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923662" cy="1240433"/>
            </a:xfrm>
            <a:custGeom>
              <a:avLst/>
              <a:gdLst/>
              <a:ahLst/>
              <a:cxnLst/>
              <a:rect b="b" l="l" r="r" t="t"/>
              <a:pathLst>
                <a:path h="1240433" w="9923662">
                  <a:moveTo>
                    <a:pt x="0" y="0"/>
                  </a:moveTo>
                  <a:lnTo>
                    <a:pt x="9923662" y="0"/>
                  </a:lnTo>
                  <a:lnTo>
                    <a:pt x="9923662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923662" cy="1288058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7312"/>
                </a:lnSpc>
              </a:pPr>
              <a:r>
                <a:rPr lang="en-US" spc="-117" sz="5812">
                  <a:solidFill>
                    <a:srgbClr val="FF8AAF"/>
                  </a:solidFill>
                  <a:latin typeface="Petrona"/>
                  <a:ea typeface="Petrona"/>
                  <a:cs typeface="Petrona"/>
                  <a:sym typeface="Petrona"/>
                </a:rPr>
                <a:t>Target Audience</a:t>
              </a:r>
            </a:p>
          </p:txBody>
        </p:sp>
      </p:grpSp>
      <p:sp>
        <p:nvSpPr>
          <p:cNvPr descr="preencoded.png" id="8" name="Freeform 8"/>
          <p:cNvSpPr/>
          <p:nvPr/>
        </p:nvSpPr>
        <p:spPr>
          <a:xfrm>
            <a:off x="4059288" y="3335388"/>
            <a:ext cx="2017514" cy="1032122"/>
          </a:xfrm>
          <a:custGeom>
            <a:avLst/>
            <a:gdLst/>
            <a:ahLst/>
            <a:cxnLst/>
            <a:rect b="b" l="l" r="r" t="t"/>
            <a:pathLst>
              <a:path h="1032122" w="2017514">
                <a:moveTo>
                  <a:pt x="0" y="0"/>
                </a:moveTo>
                <a:lnTo>
                  <a:pt x="2017513" y="0"/>
                </a:lnTo>
                <a:lnTo>
                  <a:pt x="2017513" y="1032122"/>
                </a:lnTo>
                <a:lnTo>
                  <a:pt x="0" y="1032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0" r="-210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868615" y="3714452"/>
            <a:ext cx="398710" cy="498276"/>
            <a:chOff x="0" y="0"/>
            <a:chExt cx="531613" cy="6643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1613" cy="664368"/>
            </a:xfrm>
            <a:custGeom>
              <a:avLst/>
              <a:gdLst/>
              <a:ahLst/>
              <a:cxnLst/>
              <a:rect b="b" l="l" r="r" t="t"/>
              <a:pathLst>
                <a:path h="664368" w="531613">
                  <a:moveTo>
                    <a:pt x="0" y="0"/>
                  </a:moveTo>
                  <a:lnTo>
                    <a:pt x="531613" y="0"/>
                  </a:lnTo>
                  <a:lnTo>
                    <a:pt x="531613" y="664368"/>
                  </a:lnTo>
                  <a:lnTo>
                    <a:pt x="0" y="664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23825"/>
              <a:ext cx="531613" cy="788193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ctr">
                <a:lnSpc>
                  <a:spcPts val="4999"/>
                </a:lnSpc>
              </a:pPr>
              <a:r>
                <a:rPr lang="en-US" spc="-56" sz="3125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360319" y="3618905"/>
            <a:ext cx="3184029" cy="465087"/>
            <a:chOff x="0" y="0"/>
            <a:chExt cx="4245372" cy="6201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45372" cy="620117"/>
            </a:xfrm>
            <a:custGeom>
              <a:avLst/>
              <a:gdLst/>
              <a:ahLst/>
              <a:cxnLst/>
              <a:rect b="b" l="l" r="r" t="t"/>
              <a:pathLst>
                <a:path h="620117" w="4245372">
                  <a:moveTo>
                    <a:pt x="0" y="0"/>
                  </a:moveTo>
                  <a:lnTo>
                    <a:pt x="4245372" y="0"/>
                  </a:lnTo>
                  <a:lnTo>
                    <a:pt x="424537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245372" cy="648692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625"/>
                </a:lnSpc>
              </a:pPr>
              <a:r>
                <a:rPr lang="en-US" spc="-58" sz="2874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Fitness Enthusiasts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47644" y="4383881"/>
            <a:ext cx="11077278" cy="19050"/>
            <a:chOff x="0" y="0"/>
            <a:chExt cx="14769703" cy="25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769719" cy="25400"/>
            </a:xfrm>
            <a:custGeom>
              <a:avLst/>
              <a:gdLst/>
              <a:ahLst/>
              <a:cxnLst/>
              <a:rect b="b" l="l" r="r" t="t"/>
              <a:pathLst>
                <a:path h="25400" w="14769719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4757019" y="0"/>
                  </a:lnTo>
                  <a:cubicBezTo>
                    <a:pt x="14764004" y="0"/>
                    <a:pt x="14769719" y="5715"/>
                    <a:pt x="14769719" y="12700"/>
                  </a:cubicBezTo>
                  <a:cubicBezTo>
                    <a:pt x="14769719" y="19685"/>
                    <a:pt x="14764004" y="25400"/>
                    <a:pt x="14757019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descr="preencoded.png" id="17" name="Freeform 17"/>
          <p:cNvSpPr/>
          <p:nvPr/>
        </p:nvSpPr>
        <p:spPr>
          <a:xfrm>
            <a:off x="3050530" y="4438352"/>
            <a:ext cx="4035028" cy="1032122"/>
          </a:xfrm>
          <a:custGeom>
            <a:avLst/>
            <a:gdLst/>
            <a:ahLst/>
            <a:cxnLst/>
            <a:rect b="b" l="l" r="r" t="t"/>
            <a:pathLst>
              <a:path h="1032122" w="4035028">
                <a:moveTo>
                  <a:pt x="0" y="0"/>
                </a:moveTo>
                <a:lnTo>
                  <a:pt x="4035028" y="0"/>
                </a:lnTo>
                <a:lnTo>
                  <a:pt x="4035028" y="1032123"/>
                </a:lnTo>
                <a:lnTo>
                  <a:pt x="0" y="10321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0" r="-210"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4868615" y="4705201"/>
            <a:ext cx="398710" cy="498276"/>
            <a:chOff x="0" y="0"/>
            <a:chExt cx="531613" cy="6643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1613" cy="664368"/>
            </a:xfrm>
            <a:custGeom>
              <a:avLst/>
              <a:gdLst/>
              <a:ahLst/>
              <a:cxnLst/>
              <a:rect b="b" l="l" r="r" t="t"/>
              <a:pathLst>
                <a:path h="664368" w="531613">
                  <a:moveTo>
                    <a:pt x="0" y="0"/>
                  </a:moveTo>
                  <a:lnTo>
                    <a:pt x="531613" y="0"/>
                  </a:lnTo>
                  <a:lnTo>
                    <a:pt x="531613" y="664368"/>
                  </a:lnTo>
                  <a:lnTo>
                    <a:pt x="0" y="664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123825"/>
              <a:ext cx="531613" cy="788193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ctr">
                <a:lnSpc>
                  <a:spcPts val="4999"/>
                </a:lnSpc>
              </a:pPr>
              <a:r>
                <a:rPr lang="en-US" spc="-56" sz="3125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369076" y="4721870"/>
            <a:ext cx="1656606" cy="465087"/>
            <a:chOff x="0" y="0"/>
            <a:chExt cx="2208808" cy="62011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08808" cy="620117"/>
            </a:xfrm>
            <a:custGeom>
              <a:avLst/>
              <a:gdLst/>
              <a:ahLst/>
              <a:cxnLst/>
              <a:rect b="b" l="l" r="r" t="t"/>
              <a:pathLst>
                <a:path h="620117" w="2208808">
                  <a:moveTo>
                    <a:pt x="0" y="0"/>
                  </a:moveTo>
                  <a:lnTo>
                    <a:pt x="2208808" y="0"/>
                  </a:lnTo>
                  <a:lnTo>
                    <a:pt x="2208808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2208808" cy="648692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625"/>
                </a:lnSpc>
              </a:pPr>
              <a:r>
                <a:rPr lang="en-US" spc="-58" sz="2874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Beginners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156400" y="5486846"/>
            <a:ext cx="10068520" cy="19050"/>
            <a:chOff x="0" y="0"/>
            <a:chExt cx="13424693" cy="25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424663" cy="25400"/>
            </a:xfrm>
            <a:custGeom>
              <a:avLst/>
              <a:gdLst/>
              <a:ahLst/>
              <a:cxnLst/>
              <a:rect b="b" l="l" r="r" t="t"/>
              <a:pathLst>
                <a:path h="25400" w="13424663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3411963" y="0"/>
                  </a:lnTo>
                  <a:cubicBezTo>
                    <a:pt x="13418948" y="0"/>
                    <a:pt x="13424663" y="5715"/>
                    <a:pt x="13424663" y="12700"/>
                  </a:cubicBezTo>
                  <a:cubicBezTo>
                    <a:pt x="13424663" y="19685"/>
                    <a:pt x="13418948" y="25400"/>
                    <a:pt x="1341196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descr="preencoded.png" id="26" name="Freeform 26"/>
          <p:cNvSpPr/>
          <p:nvPr/>
        </p:nvSpPr>
        <p:spPr>
          <a:xfrm>
            <a:off x="2041772" y="5541317"/>
            <a:ext cx="6052543" cy="1032123"/>
          </a:xfrm>
          <a:custGeom>
            <a:avLst/>
            <a:gdLst/>
            <a:ahLst/>
            <a:cxnLst/>
            <a:rect b="b" l="l" r="r" t="t"/>
            <a:pathLst>
              <a:path h="1032123" w="6052543">
                <a:moveTo>
                  <a:pt x="0" y="0"/>
                </a:moveTo>
                <a:lnTo>
                  <a:pt x="6052543" y="0"/>
                </a:lnTo>
                <a:lnTo>
                  <a:pt x="6052543" y="1032123"/>
                </a:lnTo>
                <a:lnTo>
                  <a:pt x="0" y="10321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1" r="-131"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4868615" y="5808166"/>
            <a:ext cx="398710" cy="498276"/>
            <a:chOff x="0" y="0"/>
            <a:chExt cx="531613" cy="66436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31613" cy="664368"/>
            </a:xfrm>
            <a:custGeom>
              <a:avLst/>
              <a:gdLst/>
              <a:ahLst/>
              <a:cxnLst/>
              <a:rect b="b" l="l" r="r" t="t"/>
              <a:pathLst>
                <a:path h="664368" w="531613">
                  <a:moveTo>
                    <a:pt x="0" y="0"/>
                  </a:moveTo>
                  <a:lnTo>
                    <a:pt x="531613" y="0"/>
                  </a:lnTo>
                  <a:lnTo>
                    <a:pt x="531613" y="664368"/>
                  </a:lnTo>
                  <a:lnTo>
                    <a:pt x="0" y="664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23825"/>
              <a:ext cx="531613" cy="788193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ctr">
                <a:lnSpc>
                  <a:spcPts val="4999"/>
                </a:lnSpc>
              </a:pPr>
              <a:r>
                <a:rPr lang="en-US" spc="-56" sz="3125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3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377832" y="5824835"/>
            <a:ext cx="3069134" cy="465088"/>
            <a:chOff x="0" y="0"/>
            <a:chExt cx="4092178" cy="62011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092179" cy="620117"/>
            </a:xfrm>
            <a:custGeom>
              <a:avLst/>
              <a:gdLst/>
              <a:ahLst/>
              <a:cxnLst/>
              <a:rect b="b" l="l" r="r" t="t"/>
              <a:pathLst>
                <a:path h="620117" w="4092179">
                  <a:moveTo>
                    <a:pt x="0" y="0"/>
                  </a:moveTo>
                  <a:lnTo>
                    <a:pt x="4092179" y="0"/>
                  </a:lnTo>
                  <a:lnTo>
                    <a:pt x="4092179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4092178" cy="648692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625"/>
                </a:lnSpc>
              </a:pPr>
              <a:r>
                <a:rPr lang="en-US" spc="-58" sz="2874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Busy Professionals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65158" y="6589811"/>
            <a:ext cx="9059764" cy="19050"/>
            <a:chOff x="0" y="0"/>
            <a:chExt cx="12079685" cy="25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079732" cy="25400"/>
            </a:xfrm>
            <a:custGeom>
              <a:avLst/>
              <a:gdLst/>
              <a:ahLst/>
              <a:cxnLst/>
              <a:rect b="b" l="l" r="r" t="t"/>
              <a:pathLst>
                <a:path h="25400" w="12079732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2067032" y="0"/>
                  </a:lnTo>
                  <a:cubicBezTo>
                    <a:pt x="12074017" y="0"/>
                    <a:pt x="12079732" y="5715"/>
                    <a:pt x="12079732" y="12700"/>
                  </a:cubicBezTo>
                  <a:cubicBezTo>
                    <a:pt x="12079732" y="19685"/>
                    <a:pt x="12074017" y="25400"/>
                    <a:pt x="12067032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descr="preencoded.png" id="35" name="Freeform 35"/>
          <p:cNvSpPr/>
          <p:nvPr/>
        </p:nvSpPr>
        <p:spPr>
          <a:xfrm>
            <a:off x="1032868" y="6644282"/>
            <a:ext cx="8070205" cy="1032123"/>
          </a:xfrm>
          <a:custGeom>
            <a:avLst/>
            <a:gdLst/>
            <a:ahLst/>
            <a:cxnLst/>
            <a:rect b="b" l="l" r="r" t="t"/>
            <a:pathLst>
              <a:path h="1032123" w="8070205">
                <a:moveTo>
                  <a:pt x="0" y="0"/>
                </a:moveTo>
                <a:lnTo>
                  <a:pt x="8070204" y="0"/>
                </a:lnTo>
                <a:lnTo>
                  <a:pt x="8070204" y="1032123"/>
                </a:lnTo>
                <a:lnTo>
                  <a:pt x="0" y="10321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0" r="-150"/>
            </a:stretch>
          </a:blipFill>
        </p:spPr>
      </p:sp>
      <p:grpSp>
        <p:nvGrpSpPr>
          <p:cNvPr id="36" name="Group 36"/>
          <p:cNvGrpSpPr/>
          <p:nvPr/>
        </p:nvGrpSpPr>
        <p:grpSpPr>
          <a:xfrm>
            <a:off x="4868466" y="6911131"/>
            <a:ext cx="398710" cy="498276"/>
            <a:chOff x="0" y="0"/>
            <a:chExt cx="531613" cy="66436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31613" cy="664368"/>
            </a:xfrm>
            <a:custGeom>
              <a:avLst/>
              <a:gdLst/>
              <a:ahLst/>
              <a:cxnLst/>
              <a:rect b="b" l="l" r="r" t="t"/>
              <a:pathLst>
                <a:path h="664368" w="531613">
                  <a:moveTo>
                    <a:pt x="0" y="0"/>
                  </a:moveTo>
                  <a:lnTo>
                    <a:pt x="531613" y="0"/>
                  </a:lnTo>
                  <a:lnTo>
                    <a:pt x="531613" y="664368"/>
                  </a:lnTo>
                  <a:lnTo>
                    <a:pt x="0" y="664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123825"/>
              <a:ext cx="531613" cy="788193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ctr">
                <a:lnSpc>
                  <a:spcPts val="4999"/>
                </a:lnSpc>
              </a:pPr>
              <a:r>
                <a:rPr lang="en-US" spc="-56" sz="3125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4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386590" y="6927800"/>
            <a:ext cx="2882801" cy="465088"/>
            <a:chOff x="0" y="0"/>
            <a:chExt cx="3843735" cy="62011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843735" cy="620117"/>
            </a:xfrm>
            <a:custGeom>
              <a:avLst/>
              <a:gdLst/>
              <a:ahLst/>
              <a:cxnLst/>
              <a:rect b="b" l="l" r="r" t="t"/>
              <a:pathLst>
                <a:path h="620117" w="3843735">
                  <a:moveTo>
                    <a:pt x="0" y="0"/>
                  </a:moveTo>
                  <a:lnTo>
                    <a:pt x="3843735" y="0"/>
                  </a:lnTo>
                  <a:lnTo>
                    <a:pt x="3843735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3843735" cy="648692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625"/>
                </a:lnSpc>
              </a:pPr>
              <a:r>
                <a:rPr lang="en-US" spc="-58" sz="2874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Health Conscious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92237" y="7995345"/>
            <a:ext cx="16303526" cy="670770"/>
            <a:chOff x="0" y="0"/>
            <a:chExt cx="21738035" cy="8943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738034" cy="894360"/>
            </a:xfrm>
            <a:custGeom>
              <a:avLst/>
              <a:gdLst/>
              <a:ahLst/>
              <a:cxnLst/>
              <a:rect b="b" l="l" r="r" t="t"/>
              <a:pathLst>
                <a:path h="894360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894360"/>
                  </a:lnTo>
                  <a:lnTo>
                    <a:pt x="0" y="8943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123825"/>
              <a:ext cx="21738035" cy="1018185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5048"/>
                </a:lnSpc>
              </a:pPr>
              <a:r>
                <a:rPr lang="en-US" spc="-63" sz="3099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FitFlex caters to diverse individuals seeking convenient, personalized fitness solutions.</a:t>
              </a:r>
            </a:p>
          </p:txBody>
        </p:sp>
      </p:grp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8233" y="-598075"/>
            <a:ext cx="19423144" cy="11749779"/>
          </a:xfrm>
          <a:custGeom>
            <a:avLst/>
            <a:gdLst/>
            <a:ahLst/>
            <a:cxnLst/>
            <a:rect b="b" l="l" r="r" t="t"/>
            <a:pathLst>
              <a:path h="11749779" w="19423144">
                <a:moveTo>
                  <a:pt x="0" y="0"/>
                </a:moveTo>
                <a:lnTo>
                  <a:pt x="19423145" y="0"/>
                </a:lnTo>
                <a:lnTo>
                  <a:pt x="19423145" y="11749779"/>
                </a:lnTo>
                <a:lnTo>
                  <a:pt x="0" y="117497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8477" t="-8477"/>
            </a:stretch>
          </a:blipFill>
        </p:spPr>
      </p: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b="b" l="l" r="r" t="t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b="b" l="l" r="r" t="t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92237" y="2112317"/>
            <a:ext cx="7442746" cy="1246825"/>
            <a:chOff x="0" y="0"/>
            <a:chExt cx="9923662" cy="16624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923662" cy="1662434"/>
            </a:xfrm>
            <a:custGeom>
              <a:avLst/>
              <a:gdLst/>
              <a:ahLst/>
              <a:cxnLst/>
              <a:rect b="b" l="l" r="r" t="t"/>
              <a:pathLst>
                <a:path h="1662434" w="9923662">
                  <a:moveTo>
                    <a:pt x="0" y="0"/>
                  </a:moveTo>
                  <a:lnTo>
                    <a:pt x="9923662" y="0"/>
                  </a:lnTo>
                  <a:lnTo>
                    <a:pt x="9923662" y="1662434"/>
                  </a:lnTo>
                  <a:lnTo>
                    <a:pt x="0" y="16624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923662" cy="1719584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9309"/>
                </a:lnSpc>
              </a:pPr>
              <a:r>
                <a:rPr lang="en-US" spc="-149" sz="7400">
                  <a:solidFill>
                    <a:srgbClr val="FF8AAF"/>
                  </a:solidFill>
                  <a:latin typeface="Petrona"/>
                  <a:ea typeface="Petrona"/>
                  <a:cs typeface="Petrona"/>
                  <a:sym typeface="Petrona"/>
                </a:rPr>
                <a:t>Marketing Strategy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15071" y="4100066"/>
            <a:ext cx="3721299" cy="552009"/>
            <a:chOff x="0" y="0"/>
            <a:chExt cx="4961732" cy="7360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61732" cy="736012"/>
            </a:xfrm>
            <a:custGeom>
              <a:avLst/>
              <a:gdLst/>
              <a:ahLst/>
              <a:cxnLst/>
              <a:rect b="b" l="l" r="r" t="t"/>
              <a:pathLst>
                <a:path h="736012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736012"/>
                  </a:lnTo>
                  <a:lnTo>
                    <a:pt x="0" y="736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961732" cy="764587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r">
                <a:lnSpc>
                  <a:spcPts val="4160"/>
                </a:lnSpc>
              </a:pPr>
              <a:r>
                <a:rPr lang="en-US" spc="-67" sz="3300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Social Media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2237" y="4735265"/>
            <a:ext cx="5444132" cy="1387248"/>
            <a:chOff x="0" y="0"/>
            <a:chExt cx="7258843" cy="18496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58843" cy="1849664"/>
            </a:xfrm>
            <a:custGeom>
              <a:avLst/>
              <a:gdLst/>
              <a:ahLst/>
              <a:cxnLst/>
              <a:rect b="b" l="l" r="r" t="t"/>
              <a:pathLst>
                <a:path h="1849664" w="7258843">
                  <a:moveTo>
                    <a:pt x="0" y="0"/>
                  </a:moveTo>
                  <a:lnTo>
                    <a:pt x="7258843" y="0"/>
                  </a:lnTo>
                  <a:lnTo>
                    <a:pt x="7258843" y="1849664"/>
                  </a:lnTo>
                  <a:lnTo>
                    <a:pt x="0" y="18496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42875"/>
              <a:ext cx="7258843" cy="1992539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r">
                <a:lnSpc>
                  <a:spcPts val="5374"/>
                </a:lnSpc>
              </a:pPr>
              <a:r>
                <a:rPr lang="en-US" spc="-67" sz="3300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Engage with our audience daily.</a:t>
              </a:r>
            </a:p>
          </p:txBody>
        </p:sp>
      </p:grpSp>
      <p:sp>
        <p:nvSpPr>
          <p:cNvPr descr="preencoded.png" id="14" name="Freeform 14"/>
          <p:cNvSpPr/>
          <p:nvPr/>
        </p:nvSpPr>
        <p:spPr>
          <a:xfrm>
            <a:off x="6861572" y="3609677"/>
            <a:ext cx="4564856" cy="4564856"/>
          </a:xfrm>
          <a:custGeom>
            <a:avLst/>
            <a:gdLst/>
            <a:ahLst/>
            <a:cxnLst/>
            <a:rect b="b" l="l" r="r" t="t"/>
            <a:pathLst>
              <a:path h="4564856" w="4564856">
                <a:moveTo>
                  <a:pt x="0" y="0"/>
                </a:moveTo>
                <a:lnTo>
                  <a:pt x="4564857" y="0"/>
                </a:lnTo>
                <a:lnTo>
                  <a:pt x="4564857" y="4564857"/>
                </a:lnTo>
                <a:lnTo>
                  <a:pt x="0" y="45648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7231410" y="3979515"/>
            <a:ext cx="718245" cy="718245"/>
            <a:chOff x="0" y="0"/>
            <a:chExt cx="957660" cy="957660"/>
          </a:xfrm>
        </p:grpSpPr>
        <p:sp>
          <p:nvSpPr>
            <p:cNvPr id="16" name="Freeform 16"/>
            <p:cNvSpPr/>
            <p:nvPr/>
          </p:nvSpPr>
          <p:spPr>
            <a:xfrm>
              <a:off x="6350" y="6350"/>
              <a:ext cx="944880" cy="944880"/>
            </a:xfrm>
            <a:custGeom>
              <a:avLst/>
              <a:gdLst/>
              <a:ahLst/>
              <a:cxnLst/>
              <a:rect b="b" l="l" r="r" t="t"/>
              <a:pathLst>
                <a:path h="944880" w="944880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cubicBezTo>
                    <a:pt x="733298" y="0"/>
                    <a:pt x="944880" y="211582"/>
                    <a:pt x="944880" y="472440"/>
                  </a:cubicBezTo>
                  <a:cubicBezTo>
                    <a:pt x="944880" y="733298"/>
                    <a:pt x="733298" y="944880"/>
                    <a:pt x="472440" y="944880"/>
                  </a:cubicBezTo>
                  <a:cubicBezTo>
                    <a:pt x="211582" y="944880"/>
                    <a:pt x="0" y="733425"/>
                    <a:pt x="0" y="472440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957580" cy="957707"/>
            </a:xfrm>
            <a:custGeom>
              <a:avLst/>
              <a:gdLst/>
              <a:ahLst/>
              <a:cxnLst/>
              <a:rect b="b" l="l" r="r" t="t"/>
              <a:pathLst>
                <a:path h="957707" w="957580">
                  <a:moveTo>
                    <a:pt x="0" y="478790"/>
                  </a:moveTo>
                  <a:cubicBezTo>
                    <a:pt x="0" y="214376"/>
                    <a:pt x="214376" y="0"/>
                    <a:pt x="478790" y="0"/>
                  </a:cubicBezTo>
                  <a:cubicBezTo>
                    <a:pt x="479425" y="0"/>
                    <a:pt x="480060" y="127"/>
                    <a:pt x="480695" y="254"/>
                  </a:cubicBezTo>
                  <a:lnTo>
                    <a:pt x="478790" y="6350"/>
                  </a:lnTo>
                  <a:lnTo>
                    <a:pt x="478790" y="0"/>
                  </a:lnTo>
                  <a:lnTo>
                    <a:pt x="478790" y="6350"/>
                  </a:lnTo>
                  <a:lnTo>
                    <a:pt x="478790" y="0"/>
                  </a:lnTo>
                  <a:cubicBezTo>
                    <a:pt x="743204" y="0"/>
                    <a:pt x="957580" y="214376"/>
                    <a:pt x="957580" y="478790"/>
                  </a:cubicBezTo>
                  <a:cubicBezTo>
                    <a:pt x="957580" y="480441"/>
                    <a:pt x="956945" y="482092"/>
                    <a:pt x="955675" y="483235"/>
                  </a:cubicBezTo>
                  <a:lnTo>
                    <a:pt x="951230" y="478790"/>
                  </a:lnTo>
                  <a:lnTo>
                    <a:pt x="957580" y="478790"/>
                  </a:lnTo>
                  <a:cubicBezTo>
                    <a:pt x="957580" y="743204"/>
                    <a:pt x="743204" y="957580"/>
                    <a:pt x="478790" y="957580"/>
                  </a:cubicBezTo>
                  <a:lnTo>
                    <a:pt x="478790" y="951230"/>
                  </a:lnTo>
                  <a:lnTo>
                    <a:pt x="478790" y="944880"/>
                  </a:lnTo>
                  <a:lnTo>
                    <a:pt x="478790" y="951230"/>
                  </a:lnTo>
                  <a:lnTo>
                    <a:pt x="478790" y="957580"/>
                  </a:lnTo>
                  <a:cubicBezTo>
                    <a:pt x="214376" y="957707"/>
                    <a:pt x="0" y="743331"/>
                    <a:pt x="0" y="478790"/>
                  </a:cubicBezTo>
                  <a:cubicBezTo>
                    <a:pt x="0" y="475234"/>
                    <a:pt x="2794" y="472440"/>
                    <a:pt x="6350" y="472440"/>
                  </a:cubicBezTo>
                  <a:lnTo>
                    <a:pt x="6350" y="478790"/>
                  </a:lnTo>
                  <a:lnTo>
                    <a:pt x="0" y="478790"/>
                  </a:lnTo>
                  <a:moveTo>
                    <a:pt x="12700" y="478790"/>
                  </a:moveTo>
                  <a:cubicBezTo>
                    <a:pt x="12700" y="482346"/>
                    <a:pt x="9906" y="485140"/>
                    <a:pt x="6350" y="485140"/>
                  </a:cubicBezTo>
                  <a:lnTo>
                    <a:pt x="6350" y="478790"/>
                  </a:lnTo>
                  <a:lnTo>
                    <a:pt x="12700" y="478790"/>
                  </a:lnTo>
                  <a:cubicBezTo>
                    <a:pt x="12700" y="736219"/>
                    <a:pt x="221361" y="944880"/>
                    <a:pt x="478790" y="944880"/>
                  </a:cubicBezTo>
                  <a:cubicBezTo>
                    <a:pt x="482346" y="944880"/>
                    <a:pt x="485140" y="947674"/>
                    <a:pt x="485140" y="951230"/>
                  </a:cubicBezTo>
                  <a:cubicBezTo>
                    <a:pt x="485140" y="954786"/>
                    <a:pt x="482346" y="957580"/>
                    <a:pt x="478790" y="957580"/>
                  </a:cubicBezTo>
                  <a:cubicBezTo>
                    <a:pt x="475234" y="957580"/>
                    <a:pt x="472440" y="954786"/>
                    <a:pt x="472440" y="951230"/>
                  </a:cubicBezTo>
                  <a:cubicBezTo>
                    <a:pt x="472440" y="947674"/>
                    <a:pt x="475234" y="944880"/>
                    <a:pt x="478790" y="944880"/>
                  </a:cubicBezTo>
                  <a:cubicBezTo>
                    <a:pt x="736219" y="944880"/>
                    <a:pt x="944880" y="736219"/>
                    <a:pt x="944880" y="478790"/>
                  </a:cubicBezTo>
                  <a:cubicBezTo>
                    <a:pt x="944880" y="477139"/>
                    <a:pt x="945515" y="475488"/>
                    <a:pt x="946785" y="474345"/>
                  </a:cubicBezTo>
                  <a:lnTo>
                    <a:pt x="951230" y="478790"/>
                  </a:lnTo>
                  <a:lnTo>
                    <a:pt x="944880" y="478790"/>
                  </a:lnTo>
                  <a:cubicBezTo>
                    <a:pt x="945007" y="221361"/>
                    <a:pt x="736219" y="12700"/>
                    <a:pt x="478790" y="12700"/>
                  </a:cubicBezTo>
                  <a:cubicBezTo>
                    <a:pt x="478155" y="12700"/>
                    <a:pt x="477520" y="12573"/>
                    <a:pt x="476885" y="12446"/>
                  </a:cubicBezTo>
                  <a:lnTo>
                    <a:pt x="478790" y="6350"/>
                  </a:lnTo>
                  <a:lnTo>
                    <a:pt x="478790" y="12700"/>
                  </a:lnTo>
                  <a:cubicBezTo>
                    <a:pt x="221361" y="12700"/>
                    <a:pt x="12700" y="221361"/>
                    <a:pt x="12700" y="47879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descr="preencoded.png" id="18" name="Freeform 18"/>
          <p:cNvSpPr/>
          <p:nvPr/>
        </p:nvSpPr>
        <p:spPr>
          <a:xfrm>
            <a:off x="7430989" y="4139207"/>
            <a:ext cx="318939" cy="398710"/>
          </a:xfrm>
          <a:custGeom>
            <a:avLst/>
            <a:gdLst/>
            <a:ahLst/>
            <a:cxnLst/>
            <a:rect b="b" l="l" r="r" t="t"/>
            <a:pathLst>
              <a:path h="398710" w="318939">
                <a:moveTo>
                  <a:pt x="0" y="0"/>
                </a:moveTo>
                <a:lnTo>
                  <a:pt x="318938" y="0"/>
                </a:lnTo>
                <a:lnTo>
                  <a:pt x="318938" y="398711"/>
                </a:lnTo>
                <a:lnTo>
                  <a:pt x="0" y="398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904" t="-904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1851630" y="4100066"/>
            <a:ext cx="3721299" cy="552009"/>
            <a:chOff x="0" y="0"/>
            <a:chExt cx="4961732" cy="73601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61732" cy="736012"/>
            </a:xfrm>
            <a:custGeom>
              <a:avLst/>
              <a:gdLst/>
              <a:ahLst/>
              <a:cxnLst/>
              <a:rect b="b" l="l" r="r" t="t"/>
              <a:pathLst>
                <a:path h="736012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736012"/>
                  </a:lnTo>
                  <a:lnTo>
                    <a:pt x="0" y="736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4961732" cy="764587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4160"/>
                </a:lnSpc>
              </a:pPr>
              <a:r>
                <a:rPr lang="en-US" spc="-67" sz="3300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Influencer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851630" y="4735265"/>
            <a:ext cx="5444132" cy="1387248"/>
            <a:chOff x="0" y="0"/>
            <a:chExt cx="7258843" cy="184966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58843" cy="1849664"/>
            </a:xfrm>
            <a:custGeom>
              <a:avLst/>
              <a:gdLst/>
              <a:ahLst/>
              <a:cxnLst/>
              <a:rect b="b" l="l" r="r" t="t"/>
              <a:pathLst>
                <a:path h="1849664" w="7258843">
                  <a:moveTo>
                    <a:pt x="0" y="0"/>
                  </a:moveTo>
                  <a:lnTo>
                    <a:pt x="7258843" y="0"/>
                  </a:lnTo>
                  <a:lnTo>
                    <a:pt x="7258843" y="1849664"/>
                  </a:lnTo>
                  <a:lnTo>
                    <a:pt x="0" y="18496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42875"/>
              <a:ext cx="7258843" cy="1992539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5374"/>
                </a:lnSpc>
              </a:pPr>
              <a:r>
                <a:rPr lang="en-US" spc="-67" sz="3300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Partnerships for a wider reach.</a:t>
              </a:r>
            </a:p>
          </p:txBody>
        </p:sp>
      </p:grpSp>
      <p:sp>
        <p:nvSpPr>
          <p:cNvPr descr="preencoded.png" id="25" name="Freeform 25"/>
          <p:cNvSpPr/>
          <p:nvPr/>
        </p:nvSpPr>
        <p:spPr>
          <a:xfrm>
            <a:off x="6861572" y="3609677"/>
            <a:ext cx="4564856" cy="4564856"/>
          </a:xfrm>
          <a:custGeom>
            <a:avLst/>
            <a:gdLst/>
            <a:ahLst/>
            <a:cxnLst/>
            <a:rect b="b" l="l" r="r" t="t"/>
            <a:pathLst>
              <a:path h="4564856" w="4564856">
                <a:moveTo>
                  <a:pt x="0" y="0"/>
                </a:moveTo>
                <a:lnTo>
                  <a:pt x="4564857" y="0"/>
                </a:lnTo>
                <a:lnTo>
                  <a:pt x="4564857" y="4564857"/>
                </a:lnTo>
                <a:lnTo>
                  <a:pt x="0" y="45648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0338198" y="3979515"/>
            <a:ext cx="718245" cy="718245"/>
            <a:chOff x="0" y="0"/>
            <a:chExt cx="957660" cy="957660"/>
          </a:xfrm>
        </p:grpSpPr>
        <p:sp>
          <p:nvSpPr>
            <p:cNvPr id="27" name="Freeform 27"/>
            <p:cNvSpPr/>
            <p:nvPr/>
          </p:nvSpPr>
          <p:spPr>
            <a:xfrm>
              <a:off x="6350" y="6350"/>
              <a:ext cx="944880" cy="944880"/>
            </a:xfrm>
            <a:custGeom>
              <a:avLst/>
              <a:gdLst/>
              <a:ahLst/>
              <a:cxnLst/>
              <a:rect b="b" l="l" r="r" t="t"/>
              <a:pathLst>
                <a:path h="944880" w="944880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cubicBezTo>
                    <a:pt x="733298" y="0"/>
                    <a:pt x="944880" y="211582"/>
                    <a:pt x="944880" y="472440"/>
                  </a:cubicBezTo>
                  <a:cubicBezTo>
                    <a:pt x="944880" y="733298"/>
                    <a:pt x="733298" y="944880"/>
                    <a:pt x="472440" y="944880"/>
                  </a:cubicBezTo>
                  <a:cubicBezTo>
                    <a:pt x="211582" y="944880"/>
                    <a:pt x="0" y="733425"/>
                    <a:pt x="0" y="472440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957580" cy="957707"/>
            </a:xfrm>
            <a:custGeom>
              <a:avLst/>
              <a:gdLst/>
              <a:ahLst/>
              <a:cxnLst/>
              <a:rect b="b" l="l" r="r" t="t"/>
              <a:pathLst>
                <a:path h="957707" w="957580">
                  <a:moveTo>
                    <a:pt x="0" y="478790"/>
                  </a:moveTo>
                  <a:cubicBezTo>
                    <a:pt x="0" y="214376"/>
                    <a:pt x="214376" y="0"/>
                    <a:pt x="478790" y="0"/>
                  </a:cubicBezTo>
                  <a:cubicBezTo>
                    <a:pt x="479425" y="0"/>
                    <a:pt x="480060" y="127"/>
                    <a:pt x="480695" y="254"/>
                  </a:cubicBezTo>
                  <a:lnTo>
                    <a:pt x="478790" y="6350"/>
                  </a:lnTo>
                  <a:lnTo>
                    <a:pt x="478790" y="0"/>
                  </a:lnTo>
                  <a:lnTo>
                    <a:pt x="478790" y="6350"/>
                  </a:lnTo>
                  <a:lnTo>
                    <a:pt x="478790" y="0"/>
                  </a:lnTo>
                  <a:cubicBezTo>
                    <a:pt x="743204" y="0"/>
                    <a:pt x="957580" y="214376"/>
                    <a:pt x="957580" y="478790"/>
                  </a:cubicBezTo>
                  <a:cubicBezTo>
                    <a:pt x="957580" y="480441"/>
                    <a:pt x="956945" y="482092"/>
                    <a:pt x="955675" y="483235"/>
                  </a:cubicBezTo>
                  <a:lnTo>
                    <a:pt x="951230" y="478790"/>
                  </a:lnTo>
                  <a:lnTo>
                    <a:pt x="957580" y="478790"/>
                  </a:lnTo>
                  <a:cubicBezTo>
                    <a:pt x="957580" y="743204"/>
                    <a:pt x="743204" y="957580"/>
                    <a:pt x="478790" y="957580"/>
                  </a:cubicBezTo>
                  <a:lnTo>
                    <a:pt x="478790" y="951230"/>
                  </a:lnTo>
                  <a:lnTo>
                    <a:pt x="478790" y="944880"/>
                  </a:lnTo>
                  <a:lnTo>
                    <a:pt x="478790" y="951230"/>
                  </a:lnTo>
                  <a:lnTo>
                    <a:pt x="478790" y="957580"/>
                  </a:lnTo>
                  <a:cubicBezTo>
                    <a:pt x="214376" y="957707"/>
                    <a:pt x="0" y="743331"/>
                    <a:pt x="0" y="478790"/>
                  </a:cubicBezTo>
                  <a:cubicBezTo>
                    <a:pt x="0" y="475234"/>
                    <a:pt x="2794" y="472440"/>
                    <a:pt x="6350" y="472440"/>
                  </a:cubicBezTo>
                  <a:lnTo>
                    <a:pt x="6350" y="478790"/>
                  </a:lnTo>
                  <a:lnTo>
                    <a:pt x="0" y="478790"/>
                  </a:lnTo>
                  <a:moveTo>
                    <a:pt x="12700" y="478790"/>
                  </a:moveTo>
                  <a:cubicBezTo>
                    <a:pt x="12700" y="482346"/>
                    <a:pt x="9906" y="485140"/>
                    <a:pt x="6350" y="485140"/>
                  </a:cubicBezTo>
                  <a:lnTo>
                    <a:pt x="6350" y="478790"/>
                  </a:lnTo>
                  <a:lnTo>
                    <a:pt x="12700" y="478790"/>
                  </a:lnTo>
                  <a:cubicBezTo>
                    <a:pt x="12700" y="736219"/>
                    <a:pt x="221361" y="944880"/>
                    <a:pt x="478790" y="944880"/>
                  </a:cubicBezTo>
                  <a:cubicBezTo>
                    <a:pt x="482346" y="944880"/>
                    <a:pt x="485140" y="947674"/>
                    <a:pt x="485140" y="951230"/>
                  </a:cubicBezTo>
                  <a:cubicBezTo>
                    <a:pt x="485140" y="954786"/>
                    <a:pt x="482346" y="957580"/>
                    <a:pt x="478790" y="957580"/>
                  </a:cubicBezTo>
                  <a:cubicBezTo>
                    <a:pt x="475234" y="957580"/>
                    <a:pt x="472440" y="954786"/>
                    <a:pt x="472440" y="951230"/>
                  </a:cubicBezTo>
                  <a:cubicBezTo>
                    <a:pt x="472440" y="947674"/>
                    <a:pt x="475234" y="944880"/>
                    <a:pt x="478790" y="944880"/>
                  </a:cubicBezTo>
                  <a:cubicBezTo>
                    <a:pt x="736219" y="944880"/>
                    <a:pt x="944880" y="736219"/>
                    <a:pt x="944880" y="478790"/>
                  </a:cubicBezTo>
                  <a:cubicBezTo>
                    <a:pt x="944880" y="477139"/>
                    <a:pt x="945515" y="475488"/>
                    <a:pt x="946785" y="474345"/>
                  </a:cubicBezTo>
                  <a:lnTo>
                    <a:pt x="951230" y="478790"/>
                  </a:lnTo>
                  <a:lnTo>
                    <a:pt x="944880" y="478790"/>
                  </a:lnTo>
                  <a:cubicBezTo>
                    <a:pt x="945007" y="221361"/>
                    <a:pt x="736219" y="12700"/>
                    <a:pt x="478790" y="12700"/>
                  </a:cubicBezTo>
                  <a:cubicBezTo>
                    <a:pt x="478155" y="12700"/>
                    <a:pt x="477520" y="12573"/>
                    <a:pt x="476885" y="12446"/>
                  </a:cubicBezTo>
                  <a:lnTo>
                    <a:pt x="478790" y="6350"/>
                  </a:lnTo>
                  <a:lnTo>
                    <a:pt x="478790" y="12700"/>
                  </a:lnTo>
                  <a:cubicBezTo>
                    <a:pt x="221361" y="12700"/>
                    <a:pt x="12700" y="221361"/>
                    <a:pt x="12700" y="47879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descr="preencoded.png" id="29" name="Freeform 29"/>
          <p:cNvSpPr/>
          <p:nvPr/>
        </p:nvSpPr>
        <p:spPr>
          <a:xfrm>
            <a:off x="10537775" y="4139207"/>
            <a:ext cx="318939" cy="398710"/>
          </a:xfrm>
          <a:custGeom>
            <a:avLst/>
            <a:gdLst/>
            <a:ahLst/>
            <a:cxnLst/>
            <a:rect b="b" l="l" r="r" t="t"/>
            <a:pathLst>
              <a:path h="398710" w="318939">
                <a:moveTo>
                  <a:pt x="0" y="0"/>
                </a:moveTo>
                <a:lnTo>
                  <a:pt x="318939" y="0"/>
                </a:lnTo>
                <a:lnTo>
                  <a:pt x="318939" y="398711"/>
                </a:lnTo>
                <a:lnTo>
                  <a:pt x="0" y="3987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904" t="-904"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11851630" y="6595170"/>
            <a:ext cx="3721299" cy="552009"/>
            <a:chOff x="0" y="0"/>
            <a:chExt cx="4961732" cy="73601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961732" cy="736012"/>
            </a:xfrm>
            <a:custGeom>
              <a:avLst/>
              <a:gdLst/>
              <a:ahLst/>
              <a:cxnLst/>
              <a:rect b="b" l="l" r="r" t="t"/>
              <a:pathLst>
                <a:path h="736012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736012"/>
                  </a:lnTo>
                  <a:lnTo>
                    <a:pt x="0" y="736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4961732" cy="764587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4160"/>
                </a:lnSpc>
              </a:pPr>
              <a:r>
                <a:rPr lang="en-US" spc="-67" sz="3300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Email Marketing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851630" y="7230367"/>
            <a:ext cx="5444132" cy="710973"/>
            <a:chOff x="0" y="0"/>
            <a:chExt cx="7258843" cy="94796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258843" cy="947964"/>
            </a:xfrm>
            <a:custGeom>
              <a:avLst/>
              <a:gdLst/>
              <a:ahLst/>
              <a:cxnLst/>
              <a:rect b="b" l="l" r="r" t="t"/>
              <a:pathLst>
                <a:path h="947964" w="7258843">
                  <a:moveTo>
                    <a:pt x="0" y="0"/>
                  </a:moveTo>
                  <a:lnTo>
                    <a:pt x="7258843" y="0"/>
                  </a:lnTo>
                  <a:lnTo>
                    <a:pt x="7258843" y="947964"/>
                  </a:lnTo>
                  <a:lnTo>
                    <a:pt x="0" y="9479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142875"/>
              <a:ext cx="7258843" cy="1090839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5374"/>
                </a:lnSpc>
              </a:pPr>
              <a:r>
                <a:rPr lang="en-US" spc="-67" sz="3300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Targeted campaigns.</a:t>
              </a:r>
            </a:p>
          </p:txBody>
        </p:sp>
      </p:grpSp>
      <p:sp>
        <p:nvSpPr>
          <p:cNvPr descr="preencoded.png" id="36" name="Freeform 36"/>
          <p:cNvSpPr/>
          <p:nvPr/>
        </p:nvSpPr>
        <p:spPr>
          <a:xfrm>
            <a:off x="6861572" y="3609677"/>
            <a:ext cx="4564856" cy="4564856"/>
          </a:xfrm>
          <a:custGeom>
            <a:avLst/>
            <a:gdLst/>
            <a:ahLst/>
            <a:cxnLst/>
            <a:rect b="b" l="l" r="r" t="t"/>
            <a:pathLst>
              <a:path h="4564856" w="4564856">
                <a:moveTo>
                  <a:pt x="0" y="0"/>
                </a:moveTo>
                <a:lnTo>
                  <a:pt x="4564857" y="0"/>
                </a:lnTo>
                <a:lnTo>
                  <a:pt x="4564857" y="4564857"/>
                </a:lnTo>
                <a:lnTo>
                  <a:pt x="0" y="45648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10338198" y="7086302"/>
            <a:ext cx="718245" cy="718245"/>
            <a:chOff x="0" y="0"/>
            <a:chExt cx="957660" cy="957660"/>
          </a:xfrm>
        </p:grpSpPr>
        <p:sp>
          <p:nvSpPr>
            <p:cNvPr id="38" name="Freeform 38"/>
            <p:cNvSpPr/>
            <p:nvPr/>
          </p:nvSpPr>
          <p:spPr>
            <a:xfrm>
              <a:off x="6350" y="6350"/>
              <a:ext cx="944880" cy="944880"/>
            </a:xfrm>
            <a:custGeom>
              <a:avLst/>
              <a:gdLst/>
              <a:ahLst/>
              <a:cxnLst/>
              <a:rect b="b" l="l" r="r" t="t"/>
              <a:pathLst>
                <a:path h="944880" w="944880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cubicBezTo>
                    <a:pt x="733298" y="0"/>
                    <a:pt x="944880" y="211582"/>
                    <a:pt x="944880" y="472440"/>
                  </a:cubicBezTo>
                  <a:cubicBezTo>
                    <a:pt x="944880" y="733298"/>
                    <a:pt x="733298" y="944880"/>
                    <a:pt x="472440" y="944880"/>
                  </a:cubicBezTo>
                  <a:cubicBezTo>
                    <a:pt x="211582" y="944880"/>
                    <a:pt x="0" y="733425"/>
                    <a:pt x="0" y="472440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957580" cy="957707"/>
            </a:xfrm>
            <a:custGeom>
              <a:avLst/>
              <a:gdLst/>
              <a:ahLst/>
              <a:cxnLst/>
              <a:rect b="b" l="l" r="r" t="t"/>
              <a:pathLst>
                <a:path h="957707" w="957580">
                  <a:moveTo>
                    <a:pt x="0" y="478790"/>
                  </a:moveTo>
                  <a:cubicBezTo>
                    <a:pt x="0" y="214376"/>
                    <a:pt x="214376" y="0"/>
                    <a:pt x="478790" y="0"/>
                  </a:cubicBezTo>
                  <a:cubicBezTo>
                    <a:pt x="479425" y="0"/>
                    <a:pt x="480060" y="127"/>
                    <a:pt x="480695" y="254"/>
                  </a:cubicBezTo>
                  <a:lnTo>
                    <a:pt x="478790" y="6350"/>
                  </a:lnTo>
                  <a:lnTo>
                    <a:pt x="478790" y="0"/>
                  </a:lnTo>
                  <a:lnTo>
                    <a:pt x="478790" y="6350"/>
                  </a:lnTo>
                  <a:lnTo>
                    <a:pt x="478790" y="0"/>
                  </a:lnTo>
                  <a:cubicBezTo>
                    <a:pt x="743204" y="0"/>
                    <a:pt x="957580" y="214376"/>
                    <a:pt x="957580" y="478790"/>
                  </a:cubicBezTo>
                  <a:cubicBezTo>
                    <a:pt x="957580" y="480441"/>
                    <a:pt x="956945" y="482092"/>
                    <a:pt x="955675" y="483235"/>
                  </a:cubicBezTo>
                  <a:lnTo>
                    <a:pt x="951230" y="478790"/>
                  </a:lnTo>
                  <a:lnTo>
                    <a:pt x="957580" y="478790"/>
                  </a:lnTo>
                  <a:cubicBezTo>
                    <a:pt x="957580" y="743204"/>
                    <a:pt x="743204" y="957580"/>
                    <a:pt x="478790" y="957580"/>
                  </a:cubicBezTo>
                  <a:lnTo>
                    <a:pt x="478790" y="951230"/>
                  </a:lnTo>
                  <a:lnTo>
                    <a:pt x="478790" y="944880"/>
                  </a:lnTo>
                  <a:lnTo>
                    <a:pt x="478790" y="951230"/>
                  </a:lnTo>
                  <a:lnTo>
                    <a:pt x="478790" y="957580"/>
                  </a:lnTo>
                  <a:cubicBezTo>
                    <a:pt x="214376" y="957707"/>
                    <a:pt x="0" y="743331"/>
                    <a:pt x="0" y="478790"/>
                  </a:cubicBezTo>
                  <a:cubicBezTo>
                    <a:pt x="0" y="475234"/>
                    <a:pt x="2794" y="472440"/>
                    <a:pt x="6350" y="472440"/>
                  </a:cubicBezTo>
                  <a:lnTo>
                    <a:pt x="6350" y="478790"/>
                  </a:lnTo>
                  <a:lnTo>
                    <a:pt x="0" y="478790"/>
                  </a:lnTo>
                  <a:moveTo>
                    <a:pt x="12700" y="478790"/>
                  </a:moveTo>
                  <a:cubicBezTo>
                    <a:pt x="12700" y="482346"/>
                    <a:pt x="9906" y="485140"/>
                    <a:pt x="6350" y="485140"/>
                  </a:cubicBezTo>
                  <a:lnTo>
                    <a:pt x="6350" y="478790"/>
                  </a:lnTo>
                  <a:lnTo>
                    <a:pt x="12700" y="478790"/>
                  </a:lnTo>
                  <a:cubicBezTo>
                    <a:pt x="12700" y="736219"/>
                    <a:pt x="221361" y="944880"/>
                    <a:pt x="478790" y="944880"/>
                  </a:cubicBezTo>
                  <a:cubicBezTo>
                    <a:pt x="482346" y="944880"/>
                    <a:pt x="485140" y="947674"/>
                    <a:pt x="485140" y="951230"/>
                  </a:cubicBezTo>
                  <a:cubicBezTo>
                    <a:pt x="485140" y="954786"/>
                    <a:pt x="482346" y="957580"/>
                    <a:pt x="478790" y="957580"/>
                  </a:cubicBezTo>
                  <a:cubicBezTo>
                    <a:pt x="475234" y="957580"/>
                    <a:pt x="472440" y="954786"/>
                    <a:pt x="472440" y="951230"/>
                  </a:cubicBezTo>
                  <a:cubicBezTo>
                    <a:pt x="472440" y="947674"/>
                    <a:pt x="475234" y="944880"/>
                    <a:pt x="478790" y="944880"/>
                  </a:cubicBezTo>
                  <a:cubicBezTo>
                    <a:pt x="736219" y="944880"/>
                    <a:pt x="944880" y="736219"/>
                    <a:pt x="944880" y="478790"/>
                  </a:cubicBezTo>
                  <a:cubicBezTo>
                    <a:pt x="944880" y="477139"/>
                    <a:pt x="945515" y="475488"/>
                    <a:pt x="946785" y="474345"/>
                  </a:cubicBezTo>
                  <a:lnTo>
                    <a:pt x="951230" y="478790"/>
                  </a:lnTo>
                  <a:lnTo>
                    <a:pt x="944880" y="478790"/>
                  </a:lnTo>
                  <a:cubicBezTo>
                    <a:pt x="945007" y="221361"/>
                    <a:pt x="736219" y="12700"/>
                    <a:pt x="478790" y="12700"/>
                  </a:cubicBezTo>
                  <a:cubicBezTo>
                    <a:pt x="478155" y="12700"/>
                    <a:pt x="477520" y="12573"/>
                    <a:pt x="476885" y="12446"/>
                  </a:cubicBezTo>
                  <a:lnTo>
                    <a:pt x="478790" y="6350"/>
                  </a:lnTo>
                  <a:lnTo>
                    <a:pt x="478790" y="12700"/>
                  </a:lnTo>
                  <a:cubicBezTo>
                    <a:pt x="221361" y="12700"/>
                    <a:pt x="12700" y="221361"/>
                    <a:pt x="12700" y="47879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descr="preencoded.png" id="40" name="Freeform 40"/>
          <p:cNvSpPr/>
          <p:nvPr/>
        </p:nvSpPr>
        <p:spPr>
          <a:xfrm>
            <a:off x="10537775" y="7245995"/>
            <a:ext cx="318939" cy="398710"/>
          </a:xfrm>
          <a:custGeom>
            <a:avLst/>
            <a:gdLst/>
            <a:ahLst/>
            <a:cxnLst/>
            <a:rect b="b" l="l" r="r" t="t"/>
            <a:pathLst>
              <a:path h="398710" w="318939">
                <a:moveTo>
                  <a:pt x="0" y="0"/>
                </a:moveTo>
                <a:lnTo>
                  <a:pt x="318939" y="0"/>
                </a:lnTo>
                <a:lnTo>
                  <a:pt x="318939" y="398710"/>
                </a:lnTo>
                <a:lnTo>
                  <a:pt x="0" y="398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b="-904" t="-904"/>
            </a:stretch>
          </a:blipFill>
        </p:spPr>
      </p:sp>
      <p:grpSp>
        <p:nvGrpSpPr>
          <p:cNvPr id="41" name="Group 41"/>
          <p:cNvGrpSpPr/>
          <p:nvPr/>
        </p:nvGrpSpPr>
        <p:grpSpPr>
          <a:xfrm>
            <a:off x="2715071" y="6595170"/>
            <a:ext cx="3721299" cy="552009"/>
            <a:chOff x="0" y="0"/>
            <a:chExt cx="4961732" cy="73601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961732" cy="736012"/>
            </a:xfrm>
            <a:custGeom>
              <a:avLst/>
              <a:gdLst/>
              <a:ahLst/>
              <a:cxnLst/>
              <a:rect b="b" l="l" r="r" t="t"/>
              <a:pathLst>
                <a:path h="736012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736012"/>
                  </a:lnTo>
                  <a:lnTo>
                    <a:pt x="0" y="736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4961732" cy="764587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r">
                <a:lnSpc>
                  <a:spcPts val="4160"/>
                </a:lnSpc>
              </a:pPr>
              <a:r>
                <a:rPr lang="en-US" spc="-67" sz="3300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SEO Optimization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92237" y="7230367"/>
            <a:ext cx="5444132" cy="710973"/>
            <a:chOff x="0" y="0"/>
            <a:chExt cx="7258843" cy="94796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258843" cy="947964"/>
            </a:xfrm>
            <a:custGeom>
              <a:avLst/>
              <a:gdLst/>
              <a:ahLst/>
              <a:cxnLst/>
              <a:rect b="b" l="l" r="r" t="t"/>
              <a:pathLst>
                <a:path h="947964" w="7258843">
                  <a:moveTo>
                    <a:pt x="0" y="0"/>
                  </a:moveTo>
                  <a:lnTo>
                    <a:pt x="7258843" y="0"/>
                  </a:lnTo>
                  <a:lnTo>
                    <a:pt x="7258843" y="947964"/>
                  </a:lnTo>
                  <a:lnTo>
                    <a:pt x="0" y="9479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142875"/>
              <a:ext cx="7258843" cy="1090839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r">
                <a:lnSpc>
                  <a:spcPts val="5374"/>
                </a:lnSpc>
              </a:pPr>
              <a:r>
                <a:rPr lang="en-US" spc="-67" sz="3300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Improving online visibility.</a:t>
              </a:r>
            </a:p>
          </p:txBody>
        </p:sp>
      </p:grpSp>
      <p:sp>
        <p:nvSpPr>
          <p:cNvPr descr="preencoded.png" id="47" name="Freeform 47"/>
          <p:cNvSpPr/>
          <p:nvPr/>
        </p:nvSpPr>
        <p:spPr>
          <a:xfrm>
            <a:off x="6861572" y="3609677"/>
            <a:ext cx="4564856" cy="4564856"/>
          </a:xfrm>
          <a:custGeom>
            <a:avLst/>
            <a:gdLst/>
            <a:ahLst/>
            <a:cxnLst/>
            <a:rect b="b" l="l" r="r" t="t"/>
            <a:pathLst>
              <a:path h="4564856" w="4564856">
                <a:moveTo>
                  <a:pt x="0" y="0"/>
                </a:moveTo>
                <a:lnTo>
                  <a:pt x="4564857" y="0"/>
                </a:lnTo>
                <a:lnTo>
                  <a:pt x="4564857" y="4564857"/>
                </a:lnTo>
                <a:lnTo>
                  <a:pt x="0" y="45648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grpSp>
        <p:nvGrpSpPr>
          <p:cNvPr id="48" name="Group 48"/>
          <p:cNvGrpSpPr/>
          <p:nvPr/>
        </p:nvGrpSpPr>
        <p:grpSpPr>
          <a:xfrm>
            <a:off x="7231410" y="7086302"/>
            <a:ext cx="718245" cy="718245"/>
            <a:chOff x="0" y="0"/>
            <a:chExt cx="957660" cy="957660"/>
          </a:xfrm>
        </p:grpSpPr>
        <p:sp>
          <p:nvSpPr>
            <p:cNvPr id="49" name="Freeform 49"/>
            <p:cNvSpPr/>
            <p:nvPr/>
          </p:nvSpPr>
          <p:spPr>
            <a:xfrm>
              <a:off x="6350" y="6350"/>
              <a:ext cx="944880" cy="944880"/>
            </a:xfrm>
            <a:custGeom>
              <a:avLst/>
              <a:gdLst/>
              <a:ahLst/>
              <a:cxnLst/>
              <a:rect b="b" l="l" r="r" t="t"/>
              <a:pathLst>
                <a:path h="944880" w="944880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cubicBezTo>
                    <a:pt x="733298" y="0"/>
                    <a:pt x="944880" y="211582"/>
                    <a:pt x="944880" y="472440"/>
                  </a:cubicBezTo>
                  <a:cubicBezTo>
                    <a:pt x="944880" y="733298"/>
                    <a:pt x="733298" y="944880"/>
                    <a:pt x="472440" y="944880"/>
                  </a:cubicBezTo>
                  <a:cubicBezTo>
                    <a:pt x="211582" y="944880"/>
                    <a:pt x="0" y="733425"/>
                    <a:pt x="0" y="472440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0" y="0"/>
              <a:ext cx="957580" cy="957707"/>
            </a:xfrm>
            <a:custGeom>
              <a:avLst/>
              <a:gdLst/>
              <a:ahLst/>
              <a:cxnLst/>
              <a:rect b="b" l="l" r="r" t="t"/>
              <a:pathLst>
                <a:path h="957707" w="957580">
                  <a:moveTo>
                    <a:pt x="0" y="478790"/>
                  </a:moveTo>
                  <a:cubicBezTo>
                    <a:pt x="0" y="214376"/>
                    <a:pt x="214376" y="0"/>
                    <a:pt x="478790" y="0"/>
                  </a:cubicBezTo>
                  <a:cubicBezTo>
                    <a:pt x="479425" y="0"/>
                    <a:pt x="480060" y="127"/>
                    <a:pt x="480695" y="254"/>
                  </a:cubicBezTo>
                  <a:lnTo>
                    <a:pt x="478790" y="6350"/>
                  </a:lnTo>
                  <a:lnTo>
                    <a:pt x="478790" y="0"/>
                  </a:lnTo>
                  <a:lnTo>
                    <a:pt x="478790" y="6350"/>
                  </a:lnTo>
                  <a:lnTo>
                    <a:pt x="478790" y="0"/>
                  </a:lnTo>
                  <a:cubicBezTo>
                    <a:pt x="743204" y="0"/>
                    <a:pt x="957580" y="214376"/>
                    <a:pt x="957580" y="478790"/>
                  </a:cubicBezTo>
                  <a:cubicBezTo>
                    <a:pt x="957580" y="480441"/>
                    <a:pt x="956945" y="482092"/>
                    <a:pt x="955675" y="483235"/>
                  </a:cubicBezTo>
                  <a:lnTo>
                    <a:pt x="951230" y="478790"/>
                  </a:lnTo>
                  <a:lnTo>
                    <a:pt x="957580" y="478790"/>
                  </a:lnTo>
                  <a:cubicBezTo>
                    <a:pt x="957580" y="743204"/>
                    <a:pt x="743204" y="957580"/>
                    <a:pt x="478790" y="957580"/>
                  </a:cubicBezTo>
                  <a:lnTo>
                    <a:pt x="478790" y="951230"/>
                  </a:lnTo>
                  <a:lnTo>
                    <a:pt x="478790" y="944880"/>
                  </a:lnTo>
                  <a:lnTo>
                    <a:pt x="478790" y="951230"/>
                  </a:lnTo>
                  <a:lnTo>
                    <a:pt x="478790" y="957580"/>
                  </a:lnTo>
                  <a:cubicBezTo>
                    <a:pt x="214376" y="957707"/>
                    <a:pt x="0" y="743331"/>
                    <a:pt x="0" y="478790"/>
                  </a:cubicBezTo>
                  <a:cubicBezTo>
                    <a:pt x="0" y="475234"/>
                    <a:pt x="2794" y="472440"/>
                    <a:pt x="6350" y="472440"/>
                  </a:cubicBezTo>
                  <a:lnTo>
                    <a:pt x="6350" y="478790"/>
                  </a:lnTo>
                  <a:lnTo>
                    <a:pt x="0" y="478790"/>
                  </a:lnTo>
                  <a:moveTo>
                    <a:pt x="12700" y="478790"/>
                  </a:moveTo>
                  <a:cubicBezTo>
                    <a:pt x="12700" y="482346"/>
                    <a:pt x="9906" y="485140"/>
                    <a:pt x="6350" y="485140"/>
                  </a:cubicBezTo>
                  <a:lnTo>
                    <a:pt x="6350" y="478790"/>
                  </a:lnTo>
                  <a:lnTo>
                    <a:pt x="12700" y="478790"/>
                  </a:lnTo>
                  <a:cubicBezTo>
                    <a:pt x="12700" y="736219"/>
                    <a:pt x="221361" y="944880"/>
                    <a:pt x="478790" y="944880"/>
                  </a:cubicBezTo>
                  <a:cubicBezTo>
                    <a:pt x="482346" y="944880"/>
                    <a:pt x="485140" y="947674"/>
                    <a:pt x="485140" y="951230"/>
                  </a:cubicBezTo>
                  <a:cubicBezTo>
                    <a:pt x="485140" y="954786"/>
                    <a:pt x="482346" y="957580"/>
                    <a:pt x="478790" y="957580"/>
                  </a:cubicBezTo>
                  <a:cubicBezTo>
                    <a:pt x="475234" y="957580"/>
                    <a:pt x="472440" y="954786"/>
                    <a:pt x="472440" y="951230"/>
                  </a:cubicBezTo>
                  <a:cubicBezTo>
                    <a:pt x="472440" y="947674"/>
                    <a:pt x="475234" y="944880"/>
                    <a:pt x="478790" y="944880"/>
                  </a:cubicBezTo>
                  <a:cubicBezTo>
                    <a:pt x="736219" y="944880"/>
                    <a:pt x="944880" y="736219"/>
                    <a:pt x="944880" y="478790"/>
                  </a:cubicBezTo>
                  <a:cubicBezTo>
                    <a:pt x="944880" y="477139"/>
                    <a:pt x="945515" y="475488"/>
                    <a:pt x="946785" y="474345"/>
                  </a:cubicBezTo>
                  <a:lnTo>
                    <a:pt x="951230" y="478790"/>
                  </a:lnTo>
                  <a:lnTo>
                    <a:pt x="944880" y="478790"/>
                  </a:lnTo>
                  <a:cubicBezTo>
                    <a:pt x="945007" y="221361"/>
                    <a:pt x="736219" y="12700"/>
                    <a:pt x="478790" y="12700"/>
                  </a:cubicBezTo>
                  <a:cubicBezTo>
                    <a:pt x="478155" y="12700"/>
                    <a:pt x="477520" y="12573"/>
                    <a:pt x="476885" y="12446"/>
                  </a:cubicBezTo>
                  <a:lnTo>
                    <a:pt x="478790" y="6350"/>
                  </a:lnTo>
                  <a:lnTo>
                    <a:pt x="478790" y="12700"/>
                  </a:lnTo>
                  <a:cubicBezTo>
                    <a:pt x="221361" y="12700"/>
                    <a:pt x="12700" y="221361"/>
                    <a:pt x="12700" y="47879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descr="preencoded.png" id="51" name="Freeform 51"/>
          <p:cNvSpPr/>
          <p:nvPr/>
        </p:nvSpPr>
        <p:spPr>
          <a:xfrm>
            <a:off x="7430989" y="7245995"/>
            <a:ext cx="318939" cy="398710"/>
          </a:xfrm>
          <a:custGeom>
            <a:avLst/>
            <a:gdLst/>
            <a:ahLst/>
            <a:cxnLst/>
            <a:rect b="b" l="l" r="r" t="t"/>
            <a:pathLst>
              <a:path h="398710" w="318939">
                <a:moveTo>
                  <a:pt x="0" y="0"/>
                </a:moveTo>
                <a:lnTo>
                  <a:pt x="318938" y="0"/>
                </a:lnTo>
                <a:lnTo>
                  <a:pt x="318938" y="398710"/>
                </a:lnTo>
                <a:lnTo>
                  <a:pt x="0" y="39871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b="-904" t="-904"/>
            </a:stretch>
          </a:blipFill>
        </p:spPr>
      </p: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b="b" l="l" r="r" t="t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b="b" l="l" r="r" t="t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92238" y="1769269"/>
            <a:ext cx="7442746" cy="930325"/>
            <a:chOff x="0" y="0"/>
            <a:chExt cx="9923662" cy="12404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923662" cy="1240433"/>
            </a:xfrm>
            <a:custGeom>
              <a:avLst/>
              <a:gdLst/>
              <a:ahLst/>
              <a:cxnLst/>
              <a:rect b="b" l="l" r="r" t="t"/>
              <a:pathLst>
                <a:path h="1240433" w="9923662">
                  <a:moveTo>
                    <a:pt x="0" y="0"/>
                  </a:moveTo>
                  <a:lnTo>
                    <a:pt x="9923662" y="0"/>
                  </a:lnTo>
                  <a:lnTo>
                    <a:pt x="9923662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923662" cy="1288058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7312"/>
                </a:lnSpc>
              </a:pPr>
              <a:r>
                <a:rPr lang="en-US" spc="-117" sz="5812">
                  <a:solidFill>
                    <a:srgbClr val="FF8AAF"/>
                  </a:solidFill>
                  <a:latin typeface="Petrona"/>
                  <a:ea typeface="Petrona"/>
                  <a:cs typeface="Petrona"/>
                  <a:sym typeface="Petrona"/>
                </a:rPr>
                <a:t>Future Development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87475" y="3261866"/>
            <a:ext cx="2726680" cy="1665386"/>
            <a:chOff x="0" y="0"/>
            <a:chExt cx="3635573" cy="2220515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3622802" cy="2207768"/>
            </a:xfrm>
            <a:custGeom>
              <a:avLst/>
              <a:gdLst/>
              <a:ahLst/>
              <a:cxnLst/>
              <a:rect b="b" l="l" r="r" t="t"/>
              <a:pathLst>
                <a:path h="2207768" w="3622802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3463671" y="0"/>
                  </a:lnTo>
                  <a:cubicBezTo>
                    <a:pt x="3551555" y="0"/>
                    <a:pt x="3622802" y="71120"/>
                    <a:pt x="3622802" y="158750"/>
                  </a:cubicBezTo>
                  <a:lnTo>
                    <a:pt x="3622802" y="2049018"/>
                  </a:lnTo>
                  <a:cubicBezTo>
                    <a:pt x="3622802" y="2136775"/>
                    <a:pt x="3551555" y="2207768"/>
                    <a:pt x="3463671" y="2207768"/>
                  </a:cubicBezTo>
                  <a:lnTo>
                    <a:pt x="159131" y="2207768"/>
                  </a:lnTo>
                  <a:cubicBezTo>
                    <a:pt x="71247" y="2207768"/>
                    <a:pt x="0" y="2136648"/>
                    <a:pt x="0" y="2049018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635502" cy="2220468"/>
            </a:xfrm>
            <a:custGeom>
              <a:avLst/>
              <a:gdLst/>
              <a:ahLst/>
              <a:cxnLst/>
              <a:rect b="b" l="l" r="r" t="t"/>
              <a:pathLst>
                <a:path h="2220468" w="3635502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3470021" y="0"/>
                  </a:lnTo>
                  <a:lnTo>
                    <a:pt x="3470021" y="6350"/>
                  </a:lnTo>
                  <a:lnTo>
                    <a:pt x="3470021" y="0"/>
                  </a:lnTo>
                  <a:cubicBezTo>
                    <a:pt x="3561461" y="0"/>
                    <a:pt x="3635502" y="73914"/>
                    <a:pt x="3635502" y="165100"/>
                  </a:cubicBezTo>
                  <a:lnTo>
                    <a:pt x="3629152" y="165100"/>
                  </a:lnTo>
                  <a:lnTo>
                    <a:pt x="3635502" y="165100"/>
                  </a:lnTo>
                  <a:lnTo>
                    <a:pt x="3635502" y="2055368"/>
                  </a:lnTo>
                  <a:lnTo>
                    <a:pt x="3629152" y="2055368"/>
                  </a:lnTo>
                  <a:lnTo>
                    <a:pt x="3635502" y="2055368"/>
                  </a:lnTo>
                  <a:cubicBezTo>
                    <a:pt x="3635502" y="2146554"/>
                    <a:pt x="3561334" y="2220468"/>
                    <a:pt x="3470021" y="2220468"/>
                  </a:cubicBezTo>
                  <a:lnTo>
                    <a:pt x="3470021" y="2214118"/>
                  </a:lnTo>
                  <a:lnTo>
                    <a:pt x="3470021" y="2220468"/>
                  </a:lnTo>
                  <a:lnTo>
                    <a:pt x="165481" y="2220468"/>
                  </a:lnTo>
                  <a:lnTo>
                    <a:pt x="165481" y="2214118"/>
                  </a:lnTo>
                  <a:lnTo>
                    <a:pt x="165481" y="2220468"/>
                  </a:lnTo>
                  <a:cubicBezTo>
                    <a:pt x="74041" y="2220468"/>
                    <a:pt x="0" y="2146554"/>
                    <a:pt x="0" y="205536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5368"/>
                  </a:lnTo>
                  <a:lnTo>
                    <a:pt x="6350" y="2055368"/>
                  </a:lnTo>
                  <a:lnTo>
                    <a:pt x="12700" y="2055368"/>
                  </a:lnTo>
                  <a:cubicBezTo>
                    <a:pt x="12700" y="2139569"/>
                    <a:pt x="81153" y="2207768"/>
                    <a:pt x="165481" y="2207768"/>
                  </a:cubicBezTo>
                  <a:lnTo>
                    <a:pt x="3470021" y="2207768"/>
                  </a:lnTo>
                  <a:cubicBezTo>
                    <a:pt x="3554476" y="2207768"/>
                    <a:pt x="3622802" y="2139569"/>
                    <a:pt x="3622802" y="2055368"/>
                  </a:cubicBezTo>
                  <a:lnTo>
                    <a:pt x="3622802" y="165100"/>
                  </a:lnTo>
                  <a:cubicBezTo>
                    <a:pt x="3622802" y="80899"/>
                    <a:pt x="3554349" y="12700"/>
                    <a:pt x="3470021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descr="preencoded.png" id="11" name="Freeform 11"/>
          <p:cNvSpPr/>
          <p:nvPr/>
        </p:nvSpPr>
        <p:spPr>
          <a:xfrm>
            <a:off x="2151459" y="3845421"/>
            <a:ext cx="398710" cy="498276"/>
          </a:xfrm>
          <a:custGeom>
            <a:avLst/>
            <a:gdLst/>
            <a:ahLst/>
            <a:cxnLst/>
            <a:rect b="b" l="l" r="r" t="t"/>
            <a:pathLst>
              <a:path h="498276" w="398710">
                <a:moveTo>
                  <a:pt x="0" y="0"/>
                </a:moveTo>
                <a:lnTo>
                  <a:pt x="398710" y="0"/>
                </a:lnTo>
                <a:lnTo>
                  <a:pt x="398710" y="498276"/>
                </a:lnTo>
                <a:lnTo>
                  <a:pt x="0" y="4982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9" r="-469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3992910" y="3550146"/>
            <a:ext cx="3721299" cy="465087"/>
            <a:chOff x="0" y="0"/>
            <a:chExt cx="4961732" cy="6201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b="b" l="l" r="r" t="t"/>
              <a:pathLst>
                <a:path h="620117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961732" cy="648692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625"/>
                </a:lnSpc>
              </a:pPr>
              <a:r>
                <a:rPr lang="en-US" spc="-58" sz="2874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VR Integration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992910" y="4185345"/>
            <a:ext cx="4035326" cy="453629"/>
            <a:chOff x="0" y="0"/>
            <a:chExt cx="5380435" cy="60483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380435" cy="604838"/>
            </a:xfrm>
            <a:custGeom>
              <a:avLst/>
              <a:gdLst/>
              <a:ahLst/>
              <a:cxnLst/>
              <a:rect b="b" l="l" r="r" t="t"/>
              <a:pathLst>
                <a:path h="604838" w="5380435">
                  <a:moveTo>
                    <a:pt x="0" y="0"/>
                  </a:moveTo>
                  <a:lnTo>
                    <a:pt x="5380435" y="0"/>
                  </a:lnTo>
                  <a:lnTo>
                    <a:pt x="53804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5380435" cy="690563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562"/>
                </a:lnSpc>
              </a:pPr>
              <a:r>
                <a:rPr lang="en-US" spc="-45" sz="2187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Immersive workout experience.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51076" y="4903440"/>
            <a:ext cx="13303002" cy="19050"/>
            <a:chOff x="0" y="0"/>
            <a:chExt cx="17737337" cy="25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737328" cy="25400"/>
            </a:xfrm>
            <a:custGeom>
              <a:avLst/>
              <a:gdLst/>
              <a:ahLst/>
              <a:cxnLst/>
              <a:rect b="b" l="l" r="r" t="t"/>
              <a:pathLst>
                <a:path h="25400" w="17737328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7724628" y="0"/>
                  </a:lnTo>
                  <a:cubicBezTo>
                    <a:pt x="17731614" y="0"/>
                    <a:pt x="17737328" y="5715"/>
                    <a:pt x="17737328" y="12700"/>
                  </a:cubicBezTo>
                  <a:cubicBezTo>
                    <a:pt x="17737328" y="19685"/>
                    <a:pt x="17731614" y="25400"/>
                    <a:pt x="17724628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87475" y="5059412"/>
            <a:ext cx="5443984" cy="1665386"/>
            <a:chOff x="0" y="0"/>
            <a:chExt cx="7258645" cy="2220515"/>
          </a:xfrm>
        </p:grpSpPr>
        <p:sp>
          <p:nvSpPr>
            <p:cNvPr id="21" name="Freeform 21"/>
            <p:cNvSpPr/>
            <p:nvPr/>
          </p:nvSpPr>
          <p:spPr>
            <a:xfrm>
              <a:off x="6350" y="6350"/>
              <a:ext cx="7245858" cy="2207768"/>
            </a:xfrm>
            <a:custGeom>
              <a:avLst/>
              <a:gdLst/>
              <a:ahLst/>
              <a:cxnLst/>
              <a:rect b="b" l="l" r="r" t="t"/>
              <a:pathLst>
                <a:path h="2207768" w="7245858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7086473" y="0"/>
                  </a:lnTo>
                  <a:cubicBezTo>
                    <a:pt x="7174484" y="0"/>
                    <a:pt x="7245858" y="71120"/>
                    <a:pt x="7245858" y="158750"/>
                  </a:cubicBezTo>
                  <a:lnTo>
                    <a:pt x="7245858" y="2049018"/>
                  </a:lnTo>
                  <a:cubicBezTo>
                    <a:pt x="7245858" y="2136775"/>
                    <a:pt x="7174484" y="2207768"/>
                    <a:pt x="7086473" y="2207768"/>
                  </a:cubicBezTo>
                  <a:lnTo>
                    <a:pt x="159385" y="2207768"/>
                  </a:lnTo>
                  <a:cubicBezTo>
                    <a:pt x="71374" y="2207768"/>
                    <a:pt x="0" y="2136648"/>
                    <a:pt x="0" y="2049018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7258558" cy="2220468"/>
            </a:xfrm>
            <a:custGeom>
              <a:avLst/>
              <a:gdLst/>
              <a:ahLst/>
              <a:cxnLst/>
              <a:rect b="b" l="l" r="r" t="t"/>
              <a:pathLst>
                <a:path h="2220468" w="7258558">
                  <a:moveTo>
                    <a:pt x="0" y="165100"/>
                  </a:moveTo>
                  <a:cubicBezTo>
                    <a:pt x="0" y="73914"/>
                    <a:pt x="74295" y="0"/>
                    <a:pt x="165735" y="0"/>
                  </a:cubicBezTo>
                  <a:lnTo>
                    <a:pt x="7092823" y="0"/>
                  </a:lnTo>
                  <a:lnTo>
                    <a:pt x="7092823" y="6350"/>
                  </a:lnTo>
                  <a:lnTo>
                    <a:pt x="7092823" y="0"/>
                  </a:lnTo>
                  <a:cubicBezTo>
                    <a:pt x="7184390" y="0"/>
                    <a:pt x="7258558" y="73914"/>
                    <a:pt x="7258558" y="165100"/>
                  </a:cubicBezTo>
                  <a:lnTo>
                    <a:pt x="7252208" y="165100"/>
                  </a:lnTo>
                  <a:lnTo>
                    <a:pt x="7258558" y="165100"/>
                  </a:lnTo>
                  <a:lnTo>
                    <a:pt x="7258558" y="2055368"/>
                  </a:lnTo>
                  <a:lnTo>
                    <a:pt x="7252208" y="2055368"/>
                  </a:lnTo>
                  <a:lnTo>
                    <a:pt x="7258558" y="2055368"/>
                  </a:lnTo>
                  <a:cubicBezTo>
                    <a:pt x="7258558" y="2146554"/>
                    <a:pt x="7184263" y="2220468"/>
                    <a:pt x="7092823" y="2220468"/>
                  </a:cubicBezTo>
                  <a:lnTo>
                    <a:pt x="7092823" y="2214118"/>
                  </a:lnTo>
                  <a:lnTo>
                    <a:pt x="7092823" y="2220468"/>
                  </a:lnTo>
                  <a:lnTo>
                    <a:pt x="165735" y="2220468"/>
                  </a:lnTo>
                  <a:lnTo>
                    <a:pt x="165735" y="2214118"/>
                  </a:lnTo>
                  <a:lnTo>
                    <a:pt x="165735" y="2220468"/>
                  </a:lnTo>
                  <a:cubicBezTo>
                    <a:pt x="74168" y="2220468"/>
                    <a:pt x="0" y="2146554"/>
                    <a:pt x="0" y="205536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5368"/>
                  </a:lnTo>
                  <a:lnTo>
                    <a:pt x="6350" y="2055368"/>
                  </a:lnTo>
                  <a:lnTo>
                    <a:pt x="12700" y="2055368"/>
                  </a:lnTo>
                  <a:cubicBezTo>
                    <a:pt x="12700" y="2139569"/>
                    <a:pt x="81153" y="2207768"/>
                    <a:pt x="165735" y="2207768"/>
                  </a:cubicBezTo>
                  <a:lnTo>
                    <a:pt x="7092823" y="2207768"/>
                  </a:lnTo>
                  <a:cubicBezTo>
                    <a:pt x="7177405" y="2207768"/>
                    <a:pt x="7245858" y="2139442"/>
                    <a:pt x="7245858" y="2055368"/>
                  </a:cubicBezTo>
                  <a:lnTo>
                    <a:pt x="7245858" y="165100"/>
                  </a:lnTo>
                  <a:cubicBezTo>
                    <a:pt x="7245858" y="80899"/>
                    <a:pt x="7177405" y="12700"/>
                    <a:pt x="7092823" y="12700"/>
                  </a:cubicBezTo>
                  <a:lnTo>
                    <a:pt x="165735" y="12700"/>
                  </a:lnTo>
                  <a:lnTo>
                    <a:pt x="165735" y="6350"/>
                  </a:lnTo>
                  <a:lnTo>
                    <a:pt x="165735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descr="preencoded.png" id="23" name="Freeform 23"/>
          <p:cNvSpPr/>
          <p:nvPr/>
        </p:nvSpPr>
        <p:spPr>
          <a:xfrm>
            <a:off x="3510111" y="5642967"/>
            <a:ext cx="398710" cy="498276"/>
          </a:xfrm>
          <a:custGeom>
            <a:avLst/>
            <a:gdLst/>
            <a:ahLst/>
            <a:cxnLst/>
            <a:rect b="b" l="l" r="r" t="t"/>
            <a:pathLst>
              <a:path h="498276" w="398710">
                <a:moveTo>
                  <a:pt x="0" y="0"/>
                </a:moveTo>
                <a:lnTo>
                  <a:pt x="398710" y="0"/>
                </a:lnTo>
                <a:lnTo>
                  <a:pt x="398710" y="498277"/>
                </a:lnTo>
                <a:lnTo>
                  <a:pt x="0" y="4982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9" r="-469"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6710214" y="5347692"/>
            <a:ext cx="3721299" cy="465088"/>
            <a:chOff x="0" y="0"/>
            <a:chExt cx="4961732" cy="62011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b="b" l="l" r="r" t="t"/>
              <a:pathLst>
                <a:path h="620117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4961732" cy="648692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625"/>
                </a:lnSpc>
              </a:pPr>
              <a:r>
                <a:rPr lang="en-US" spc="-58" sz="2874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AI Coach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10214" y="5982891"/>
            <a:ext cx="3743474" cy="453629"/>
            <a:chOff x="0" y="0"/>
            <a:chExt cx="4991298" cy="6048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991298" cy="604838"/>
            </a:xfrm>
            <a:custGeom>
              <a:avLst/>
              <a:gdLst/>
              <a:ahLst/>
              <a:cxnLst/>
              <a:rect b="b" l="l" r="r" t="t"/>
              <a:pathLst>
                <a:path h="604838" w="4991298">
                  <a:moveTo>
                    <a:pt x="0" y="0"/>
                  </a:moveTo>
                  <a:lnTo>
                    <a:pt x="4991298" y="0"/>
                  </a:lnTo>
                  <a:lnTo>
                    <a:pt x="499129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4991298" cy="690563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562"/>
                </a:lnSpc>
              </a:pPr>
              <a:r>
                <a:rPr lang="en-US" spc="-45" sz="2187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Smart insights and feedback.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568380" y="6700986"/>
            <a:ext cx="10585698" cy="19050"/>
            <a:chOff x="0" y="0"/>
            <a:chExt cx="14114263" cy="25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114272" cy="25400"/>
            </a:xfrm>
            <a:custGeom>
              <a:avLst/>
              <a:gdLst/>
              <a:ahLst/>
              <a:cxnLst/>
              <a:rect b="b" l="l" r="r" t="t"/>
              <a:pathLst>
                <a:path h="25400" w="14114272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4101572" y="0"/>
                  </a:lnTo>
                  <a:cubicBezTo>
                    <a:pt x="14108557" y="0"/>
                    <a:pt x="14114272" y="5715"/>
                    <a:pt x="14114272" y="12700"/>
                  </a:cubicBezTo>
                  <a:cubicBezTo>
                    <a:pt x="14114272" y="19685"/>
                    <a:pt x="14108557" y="25400"/>
                    <a:pt x="14101572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987475" y="6856959"/>
            <a:ext cx="8161288" cy="1665386"/>
            <a:chOff x="0" y="0"/>
            <a:chExt cx="10881717" cy="2220515"/>
          </a:xfrm>
        </p:grpSpPr>
        <p:sp>
          <p:nvSpPr>
            <p:cNvPr id="33" name="Freeform 33"/>
            <p:cNvSpPr/>
            <p:nvPr/>
          </p:nvSpPr>
          <p:spPr>
            <a:xfrm>
              <a:off x="6350" y="6350"/>
              <a:ext cx="10869041" cy="2207768"/>
            </a:xfrm>
            <a:custGeom>
              <a:avLst/>
              <a:gdLst/>
              <a:ahLst/>
              <a:cxnLst/>
              <a:rect b="b" l="l" r="r" t="t"/>
              <a:pathLst>
                <a:path h="2207768" w="10869041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0709529" y="0"/>
                  </a:lnTo>
                  <a:cubicBezTo>
                    <a:pt x="10797667" y="0"/>
                    <a:pt x="10869041" y="71120"/>
                    <a:pt x="10869041" y="158750"/>
                  </a:cubicBezTo>
                  <a:lnTo>
                    <a:pt x="10869041" y="2049018"/>
                  </a:lnTo>
                  <a:cubicBezTo>
                    <a:pt x="10869041" y="2136775"/>
                    <a:pt x="10797667" y="2207768"/>
                    <a:pt x="10709529" y="2207768"/>
                  </a:cubicBezTo>
                  <a:lnTo>
                    <a:pt x="159512" y="2207768"/>
                  </a:lnTo>
                  <a:cubicBezTo>
                    <a:pt x="71374" y="2207768"/>
                    <a:pt x="0" y="2136648"/>
                    <a:pt x="0" y="2049018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10881741" cy="2220468"/>
            </a:xfrm>
            <a:custGeom>
              <a:avLst/>
              <a:gdLst/>
              <a:ahLst/>
              <a:cxnLst/>
              <a:rect b="b" l="l" r="r" t="t"/>
              <a:pathLst>
                <a:path h="2220468" w="10881741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0715879" y="0"/>
                  </a:lnTo>
                  <a:lnTo>
                    <a:pt x="10715879" y="6350"/>
                  </a:lnTo>
                  <a:lnTo>
                    <a:pt x="10715879" y="0"/>
                  </a:lnTo>
                  <a:cubicBezTo>
                    <a:pt x="10807447" y="0"/>
                    <a:pt x="10881741" y="73914"/>
                    <a:pt x="10881741" y="165100"/>
                  </a:cubicBezTo>
                  <a:lnTo>
                    <a:pt x="10875391" y="165100"/>
                  </a:lnTo>
                  <a:lnTo>
                    <a:pt x="10881741" y="165100"/>
                  </a:lnTo>
                  <a:lnTo>
                    <a:pt x="10881741" y="2055368"/>
                  </a:lnTo>
                  <a:lnTo>
                    <a:pt x="10875391" y="2055368"/>
                  </a:lnTo>
                  <a:lnTo>
                    <a:pt x="10881741" y="2055368"/>
                  </a:lnTo>
                  <a:cubicBezTo>
                    <a:pt x="10881741" y="2146554"/>
                    <a:pt x="10807447" y="2220468"/>
                    <a:pt x="10715879" y="2220468"/>
                  </a:cubicBezTo>
                  <a:lnTo>
                    <a:pt x="10715879" y="2214118"/>
                  </a:lnTo>
                  <a:lnTo>
                    <a:pt x="10715879" y="2220468"/>
                  </a:lnTo>
                  <a:lnTo>
                    <a:pt x="165862" y="2220468"/>
                  </a:lnTo>
                  <a:lnTo>
                    <a:pt x="165862" y="2214118"/>
                  </a:lnTo>
                  <a:lnTo>
                    <a:pt x="165862" y="2220468"/>
                  </a:lnTo>
                  <a:cubicBezTo>
                    <a:pt x="74295" y="2220468"/>
                    <a:pt x="0" y="2146554"/>
                    <a:pt x="0" y="205536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5368"/>
                  </a:lnTo>
                  <a:lnTo>
                    <a:pt x="6350" y="2055368"/>
                  </a:lnTo>
                  <a:lnTo>
                    <a:pt x="12700" y="2055368"/>
                  </a:lnTo>
                  <a:cubicBezTo>
                    <a:pt x="12700" y="2139569"/>
                    <a:pt x="81280" y="2207768"/>
                    <a:pt x="165862" y="2207768"/>
                  </a:cubicBezTo>
                  <a:lnTo>
                    <a:pt x="10715879" y="2207768"/>
                  </a:lnTo>
                  <a:cubicBezTo>
                    <a:pt x="10800461" y="2207768"/>
                    <a:pt x="10869041" y="2139442"/>
                    <a:pt x="10869041" y="2055368"/>
                  </a:cubicBezTo>
                  <a:lnTo>
                    <a:pt x="10869041" y="165100"/>
                  </a:lnTo>
                  <a:cubicBezTo>
                    <a:pt x="10869041" y="80899"/>
                    <a:pt x="10800461" y="12700"/>
                    <a:pt x="10715879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48367C"/>
            </a:solidFill>
          </p:spPr>
        </p:sp>
      </p:grpSp>
      <p:sp>
        <p:nvSpPr>
          <p:cNvPr descr="preencoded.png" id="35" name="Freeform 35"/>
          <p:cNvSpPr/>
          <p:nvPr/>
        </p:nvSpPr>
        <p:spPr>
          <a:xfrm>
            <a:off x="4868764" y="7440514"/>
            <a:ext cx="398710" cy="498276"/>
          </a:xfrm>
          <a:custGeom>
            <a:avLst/>
            <a:gdLst/>
            <a:ahLst/>
            <a:cxnLst/>
            <a:rect b="b" l="l" r="r" t="t"/>
            <a:pathLst>
              <a:path h="498276" w="398710">
                <a:moveTo>
                  <a:pt x="0" y="0"/>
                </a:moveTo>
                <a:lnTo>
                  <a:pt x="398710" y="0"/>
                </a:lnTo>
                <a:lnTo>
                  <a:pt x="398710" y="498276"/>
                </a:lnTo>
                <a:lnTo>
                  <a:pt x="0" y="498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9" r="-469"/>
            </a:stretch>
          </a:blipFill>
        </p:spPr>
      </p:sp>
      <p:grpSp>
        <p:nvGrpSpPr>
          <p:cNvPr id="36" name="Group 36"/>
          <p:cNvGrpSpPr/>
          <p:nvPr/>
        </p:nvGrpSpPr>
        <p:grpSpPr>
          <a:xfrm>
            <a:off x="9427518" y="7145239"/>
            <a:ext cx="3721299" cy="465088"/>
            <a:chOff x="0" y="0"/>
            <a:chExt cx="4961732" cy="62011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b="b" l="l" r="r" t="t"/>
              <a:pathLst>
                <a:path h="620117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4961732" cy="648692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625"/>
                </a:lnSpc>
              </a:pPr>
              <a:r>
                <a:rPr lang="en-US" spc="-58" sz="2874">
                  <a:solidFill>
                    <a:srgbClr val="E0D6DE"/>
                  </a:solidFill>
                  <a:latin typeface="Petrona"/>
                  <a:ea typeface="Petrona"/>
                  <a:cs typeface="Petrona"/>
                  <a:sym typeface="Petrona"/>
                </a:rPr>
                <a:t>Advanced Analytics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27518" y="7780436"/>
            <a:ext cx="3900488" cy="453629"/>
            <a:chOff x="0" y="0"/>
            <a:chExt cx="5200650" cy="60483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200650" cy="604838"/>
            </a:xfrm>
            <a:custGeom>
              <a:avLst/>
              <a:gdLst/>
              <a:ahLst/>
              <a:cxnLst/>
              <a:rect b="b" l="l" r="r" t="t"/>
              <a:pathLst>
                <a:path h="604838" w="5200650">
                  <a:moveTo>
                    <a:pt x="0" y="0"/>
                  </a:moveTo>
                  <a:lnTo>
                    <a:pt x="5200650" y="0"/>
                  </a:lnTo>
                  <a:lnTo>
                    <a:pt x="520065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85725"/>
              <a:ext cx="5200650" cy="690563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3562"/>
                </a:lnSpc>
              </a:pPr>
              <a:r>
                <a:rPr lang="en-US" spc="-45" sz="2187">
                  <a:solidFill>
                    <a:srgbClr val="E0D6DE"/>
                  </a:solidFill>
                  <a:latin typeface="Inter"/>
                  <a:ea typeface="Inter"/>
                  <a:cs typeface="Inter"/>
                  <a:sym typeface="Inter"/>
                </a:rPr>
                <a:t>Detailed performance metrics.</a:t>
              </a:r>
            </a:p>
          </p:txBody>
        </p:sp>
      </p:grp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9140223" cy="15612468"/>
          </a:xfrm>
          <a:custGeom>
            <a:avLst/>
            <a:gdLst/>
            <a:ahLst/>
            <a:cxnLst/>
            <a:rect b="b" l="l" r="r" t="t"/>
            <a:pathLst>
              <a:path h="15612468" w="19140223">
                <a:moveTo>
                  <a:pt x="0" y="0"/>
                </a:moveTo>
                <a:lnTo>
                  <a:pt x="19140223" y="0"/>
                </a:lnTo>
                <a:lnTo>
                  <a:pt x="19140223" y="15612468"/>
                </a:lnTo>
                <a:lnTo>
                  <a:pt x="0" y="15612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51" r="-3840"/>
            </a:stretch>
          </a:blipFill>
        </p:spPr>
      </p: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34901" y="1028700"/>
            <a:ext cx="14218197" cy="7642281"/>
          </a:xfrm>
          <a:custGeom>
            <a:avLst/>
            <a:gdLst/>
            <a:ahLst/>
            <a:cxnLst/>
            <a:rect b="b" l="l" r="r" t="t"/>
            <a:pathLst>
              <a:path h="7642281" w="14218197">
                <a:moveTo>
                  <a:pt x="0" y="0"/>
                </a:moveTo>
                <a:lnTo>
                  <a:pt x="14218198" y="0"/>
                </a:lnTo>
                <a:lnTo>
                  <a:pt x="14218198" y="7642281"/>
                </a:lnTo>
                <a:lnTo>
                  <a:pt x="0" y="7642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0636" y="4850639"/>
            <a:ext cx="8200300" cy="4407661"/>
          </a:xfrm>
          <a:custGeom>
            <a:avLst/>
            <a:gdLst/>
            <a:ahLst/>
            <a:cxnLst/>
            <a:rect b="b" l="l" r="r" t="t"/>
            <a:pathLst>
              <a:path h="4407661" w="8200300">
                <a:moveTo>
                  <a:pt x="0" y="0"/>
                </a:moveTo>
                <a:lnTo>
                  <a:pt x="8200300" y="0"/>
                </a:lnTo>
                <a:lnTo>
                  <a:pt x="8200300" y="4407661"/>
                </a:lnTo>
                <a:lnTo>
                  <a:pt x="0" y="44076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1028700"/>
            <a:ext cx="8488364" cy="4562496"/>
          </a:xfrm>
          <a:custGeom>
            <a:avLst/>
            <a:gdLst/>
            <a:ahLst/>
            <a:cxnLst/>
            <a:rect b="b" l="l" r="r" t="t"/>
            <a:pathLst>
              <a:path h="4562496" w="8488364">
                <a:moveTo>
                  <a:pt x="0" y="0"/>
                </a:moveTo>
                <a:lnTo>
                  <a:pt x="8488364" y="0"/>
                </a:lnTo>
                <a:lnTo>
                  <a:pt x="8488364" y="4562496"/>
                </a:lnTo>
                <a:lnTo>
                  <a:pt x="0" y="45624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" name="Freeform 2"/>
          <p:cNvSpPr/>
          <p:nvPr/>
        </p:nvSpPr>
        <p:spPr>
          <a:xfrm>
            <a:off x="19469" y="61350"/>
            <a:ext cx="19824945" cy="10225650"/>
          </a:xfrm>
          <a:custGeom>
            <a:avLst/>
            <a:gdLst/>
            <a:ahLst/>
            <a:cxnLst/>
            <a:rect b="b" l="l" r="r" t="t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-10391"/>
            <a:ext cx="19824945" cy="10287000"/>
            <a:chOff x="39868" y="-973752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39868" y="-973752"/>
              <a:ext cx="24384000" cy="13716000"/>
            </a:xfrm>
            <a:custGeom>
              <a:avLst/>
              <a:gdLst/>
              <a:ahLst/>
              <a:cxnLst/>
              <a:rect b="b" l="l" r="r" t="t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descr="preencoded.png" id="5" name="Freeform 5"/>
          <p:cNvSpPr/>
          <p:nvPr/>
        </p:nvSpPr>
        <p:spPr>
          <a:xfrm>
            <a:off x="0" y="-20782"/>
            <a:ext cx="6858000" cy="10287000"/>
          </a:xfrm>
          <a:custGeom>
            <a:avLst/>
            <a:gdLst/>
            <a:ahLst/>
            <a:cxnLst/>
            <a:rect b="b" l="l" r="r" t="t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200630" y="1407636"/>
            <a:ext cx="11883476" cy="2330303"/>
            <a:chOff x="0" y="-182927"/>
            <a:chExt cx="15844634" cy="31070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94035" cy="2924144"/>
            </a:xfrm>
            <a:custGeom>
              <a:avLst/>
              <a:gdLst/>
              <a:ahLst/>
              <a:cxnLst/>
              <a:rect b="b" l="l" r="r" t="t"/>
              <a:pathLst>
                <a:path h="2924144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924144"/>
                  </a:lnTo>
                  <a:lnTo>
                    <a:pt x="0" y="2924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3250599" y="-182927"/>
              <a:ext cx="12594035" cy="2971769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8429"/>
                </a:lnSpc>
              </a:pPr>
              <a:r>
                <a:rPr dirty="0" err="1" lang="en-US" spc="-135" sz="6699">
                  <a:solidFill>
                    <a:srgbClr val="FF8AAF"/>
                  </a:solidFill>
                  <a:latin typeface="Petrona"/>
                  <a:ea typeface="Petrona"/>
                  <a:cs typeface="Petrona"/>
                  <a:sym typeface="Petrona"/>
                </a:rPr>
                <a:t>FitFlex</a:t>
              </a:r>
              <a:r>
                <a:rPr dirty="0" lang="en-US" spc="-135" sz="6699">
                  <a:solidFill>
                    <a:srgbClr val="FF8AAF"/>
                  </a:solidFill>
                  <a:latin typeface="Petrona"/>
                  <a:ea typeface="Petrona"/>
                  <a:cs typeface="Petrona"/>
                  <a:sym typeface="Petrona"/>
                </a:rPr>
                <a:t>: Your  Personal Fitness Companion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45475" y="6894611"/>
            <a:ext cx="463154" cy="463154"/>
            <a:chOff x="0" y="0"/>
            <a:chExt cx="617538" cy="6175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17601" cy="617601"/>
            </a:xfrm>
            <a:custGeom>
              <a:avLst/>
              <a:gdLst/>
              <a:ahLst/>
              <a:cxnLst/>
              <a:rect b="b" l="l" r="r" t="t"/>
              <a:pathLst>
                <a:path h="617601" w="617601">
                  <a:moveTo>
                    <a:pt x="0" y="308737"/>
                  </a:moveTo>
                  <a:cubicBezTo>
                    <a:pt x="0" y="138303"/>
                    <a:pt x="138303" y="0"/>
                    <a:pt x="308737" y="0"/>
                  </a:cubicBezTo>
                  <a:cubicBezTo>
                    <a:pt x="310642" y="0"/>
                    <a:pt x="312547" y="889"/>
                    <a:pt x="313690" y="2413"/>
                  </a:cubicBezTo>
                  <a:lnTo>
                    <a:pt x="308737" y="6350"/>
                  </a:lnTo>
                  <a:lnTo>
                    <a:pt x="308737" y="0"/>
                  </a:lnTo>
                  <a:lnTo>
                    <a:pt x="308737" y="6350"/>
                  </a:lnTo>
                  <a:lnTo>
                    <a:pt x="308737" y="0"/>
                  </a:lnTo>
                  <a:cubicBezTo>
                    <a:pt x="479298" y="0"/>
                    <a:pt x="617601" y="138303"/>
                    <a:pt x="617601" y="308737"/>
                  </a:cubicBezTo>
                  <a:cubicBezTo>
                    <a:pt x="617601" y="311150"/>
                    <a:pt x="616204" y="313309"/>
                    <a:pt x="614045" y="314452"/>
                  </a:cubicBezTo>
                  <a:lnTo>
                    <a:pt x="611251" y="308737"/>
                  </a:lnTo>
                  <a:lnTo>
                    <a:pt x="617601" y="308737"/>
                  </a:lnTo>
                  <a:cubicBezTo>
                    <a:pt x="617601" y="479298"/>
                    <a:pt x="479298" y="617474"/>
                    <a:pt x="308864" y="617474"/>
                  </a:cubicBezTo>
                  <a:lnTo>
                    <a:pt x="308864" y="611124"/>
                  </a:lnTo>
                  <a:lnTo>
                    <a:pt x="308864" y="604774"/>
                  </a:lnTo>
                  <a:lnTo>
                    <a:pt x="308864" y="611124"/>
                  </a:lnTo>
                  <a:lnTo>
                    <a:pt x="308864" y="617474"/>
                  </a:lnTo>
                  <a:cubicBezTo>
                    <a:pt x="138303" y="617601"/>
                    <a:pt x="0" y="479298"/>
                    <a:pt x="0" y="308737"/>
                  </a:cubicBezTo>
                  <a:lnTo>
                    <a:pt x="6350" y="308737"/>
                  </a:lnTo>
                  <a:lnTo>
                    <a:pt x="0" y="308737"/>
                  </a:lnTo>
                  <a:moveTo>
                    <a:pt x="12700" y="308737"/>
                  </a:moveTo>
                  <a:lnTo>
                    <a:pt x="6350" y="308737"/>
                  </a:lnTo>
                  <a:lnTo>
                    <a:pt x="12700" y="308737"/>
                  </a:lnTo>
                  <a:cubicBezTo>
                    <a:pt x="12700" y="472313"/>
                    <a:pt x="145288" y="604901"/>
                    <a:pt x="308737" y="604901"/>
                  </a:cubicBezTo>
                  <a:cubicBezTo>
                    <a:pt x="312293" y="604901"/>
                    <a:pt x="315087" y="607695"/>
                    <a:pt x="315087" y="611251"/>
                  </a:cubicBezTo>
                  <a:cubicBezTo>
                    <a:pt x="315087" y="614807"/>
                    <a:pt x="312293" y="617601"/>
                    <a:pt x="308737" y="617601"/>
                  </a:cubicBezTo>
                  <a:cubicBezTo>
                    <a:pt x="305181" y="617601"/>
                    <a:pt x="302387" y="614807"/>
                    <a:pt x="302387" y="611251"/>
                  </a:cubicBezTo>
                  <a:cubicBezTo>
                    <a:pt x="302387" y="607695"/>
                    <a:pt x="305181" y="604901"/>
                    <a:pt x="308737" y="604901"/>
                  </a:cubicBezTo>
                  <a:cubicBezTo>
                    <a:pt x="472313" y="604901"/>
                    <a:pt x="604774" y="472313"/>
                    <a:pt x="604774" y="308864"/>
                  </a:cubicBezTo>
                  <a:cubicBezTo>
                    <a:pt x="604774" y="306451"/>
                    <a:pt x="606171" y="304292"/>
                    <a:pt x="608330" y="303149"/>
                  </a:cubicBezTo>
                  <a:lnTo>
                    <a:pt x="611124" y="308864"/>
                  </a:lnTo>
                  <a:lnTo>
                    <a:pt x="604774" y="308864"/>
                  </a:lnTo>
                  <a:cubicBezTo>
                    <a:pt x="604901" y="145288"/>
                    <a:pt x="472313" y="12700"/>
                    <a:pt x="308737" y="12700"/>
                  </a:cubicBezTo>
                  <a:cubicBezTo>
                    <a:pt x="306832" y="12700"/>
                    <a:pt x="304927" y="11811"/>
                    <a:pt x="303784" y="10287"/>
                  </a:cubicBezTo>
                  <a:lnTo>
                    <a:pt x="308737" y="6350"/>
                  </a:lnTo>
                  <a:lnTo>
                    <a:pt x="308737" y="12700"/>
                  </a:lnTo>
                  <a:cubicBezTo>
                    <a:pt x="145288" y="12700"/>
                    <a:pt x="12700" y="145288"/>
                    <a:pt x="12700" y="308737"/>
                  </a:cubicBezTo>
                  <a:close/>
                </a:path>
              </a:pathLst>
            </a:custGeom>
            <a:solidFill>
              <a:srgbClr val="3C3838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444083" y="4452657"/>
            <a:ext cx="10437762" cy="2423490"/>
            <a:chOff x="0" y="0"/>
            <a:chExt cx="12594035" cy="29241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94035" cy="2924144"/>
            </a:xfrm>
            <a:custGeom>
              <a:avLst/>
              <a:gdLst/>
              <a:ahLst/>
              <a:cxnLst/>
              <a:rect b="b" l="l" r="r" t="t"/>
              <a:pathLst>
                <a:path h="2924144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924144"/>
                  </a:lnTo>
                  <a:lnTo>
                    <a:pt x="0" y="2924144"/>
                  </a:lnTo>
                  <a:close/>
                </a:path>
              </a:pathLst>
            </a:custGeom>
            <a:solidFill>
              <a:srgbClr val="48367C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594035" cy="2971769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>
                <a:lnSpc>
                  <a:spcPts val="8429"/>
                </a:lnSpc>
              </a:pPr>
              <a:endParaRPr dirty="0" lang="en-US" spc="-135" sz="6699" u="sng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  <a:hlinkClick r:id="rId5" tooltip="https://github.com/ArulselviRaja/FitnessApp-React-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611600" y="2429007"/>
            <a:ext cx="13286328" cy="3947395"/>
            <a:chOff x="-1816468" y="-1357246"/>
            <a:chExt cx="14410503" cy="4281390"/>
          </a:xfrm>
        </p:grpSpPr>
        <p:sp>
          <p:nvSpPr>
            <p:cNvPr id="15" name="Freeform 15"/>
            <p:cNvSpPr/>
            <p:nvPr/>
          </p:nvSpPr>
          <p:spPr>
            <a:xfrm>
              <a:off x="-1816468" y="-1357246"/>
              <a:ext cx="12594035" cy="2924144"/>
            </a:xfrm>
            <a:custGeom>
              <a:avLst/>
              <a:gdLst/>
              <a:ahLst/>
              <a:cxnLst/>
              <a:rect b="b" l="l" r="r" t="t"/>
              <a:pathLst>
                <a:path h="2924144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924144"/>
                  </a:lnTo>
                  <a:lnTo>
                    <a:pt x="0" y="2924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2594035" cy="2971769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8429"/>
                </a:lnSpc>
              </a:pPr>
              <a:endParaRPr dirty="0" lang="en-US" spc="-135" sz="6699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endParaRPr>
            </a:p>
          </p:txBody>
        </p:sp>
      </p:grpSp>
      <p:sp>
        <p:nvSpPr>
          <p:cNvPr id="17" name="Rectangle 16"/>
          <p:cNvSpPr/>
          <p:nvPr/>
        </p:nvSpPr>
        <p:spPr>
          <a:xfrm flipV="1" rot="10800000">
            <a:off x="8343606" y="5225742"/>
            <a:ext cx="9147125" cy="1569660"/>
          </a:xfrm>
          <a:prstGeom prst="rect">
            <a:avLst/>
          </a:prstGeom>
        </p:spPr>
        <p:txBody>
          <a:bodyPr numCol="1" wrap="square">
            <a:spAutoFit/>
          </a:bodyPr>
          <a:lstStyle/>
          <a:p>
            <a:r>
              <a:rPr altLang="en-IN" dirty="0" lang="en-IN" sz="4800">
                <a:solidFill>
                  <a:srgbClr val="FFFF00"/>
                </a:solidFill>
                <a:hlinkClick r:id="rId6"/>
              </a:rPr>
              <a:t>https://github.com/Fathima-2407/Fitflex-</a:t>
            </a:r>
            <a:endParaRPr altLang="en-IN" dirty="0" lang="en-IN" sz="480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b="b" l="l" r="r" t="t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b="b" l="l" r="r" t="t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4081728" y="3727140"/>
            <a:ext cx="10124544" cy="2832719"/>
            <a:chOff x="0" y="0"/>
            <a:chExt cx="20390175" cy="57049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90176" cy="5704913"/>
            </a:xfrm>
            <a:custGeom>
              <a:avLst/>
              <a:gdLst/>
              <a:ahLst/>
              <a:cxnLst/>
              <a:rect b="b" l="l" r="r" t="t"/>
              <a:pathLst>
                <a:path h="5704913" w="20390176">
                  <a:moveTo>
                    <a:pt x="0" y="0"/>
                  </a:moveTo>
                  <a:lnTo>
                    <a:pt x="20390176" y="0"/>
                  </a:lnTo>
                  <a:lnTo>
                    <a:pt x="20390176" y="5704913"/>
                  </a:lnTo>
                  <a:lnTo>
                    <a:pt x="0" y="57049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0390175" cy="5800163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18116"/>
                </a:lnSpc>
              </a:pPr>
              <a:r>
                <a:rPr lang="en-US" spc="-291" sz="14400">
                  <a:solidFill>
                    <a:srgbClr val="FF8AAF"/>
                  </a:solidFill>
                  <a:latin typeface="Petrona"/>
                  <a:ea typeface="Petrona"/>
                  <a:cs typeface="Petrona"/>
                  <a:sym typeface="Petrona"/>
                </a:rPr>
                <a:t>THANK YOU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5475" y="6894611"/>
            <a:ext cx="463154" cy="463154"/>
            <a:chOff x="0" y="0"/>
            <a:chExt cx="617538" cy="6175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7601" cy="617601"/>
            </a:xfrm>
            <a:custGeom>
              <a:avLst/>
              <a:gdLst/>
              <a:ahLst/>
              <a:cxnLst/>
              <a:rect b="b" l="l" r="r" t="t"/>
              <a:pathLst>
                <a:path h="617601" w="617601">
                  <a:moveTo>
                    <a:pt x="0" y="308737"/>
                  </a:moveTo>
                  <a:cubicBezTo>
                    <a:pt x="0" y="138303"/>
                    <a:pt x="138303" y="0"/>
                    <a:pt x="308737" y="0"/>
                  </a:cubicBezTo>
                  <a:cubicBezTo>
                    <a:pt x="310642" y="0"/>
                    <a:pt x="312547" y="889"/>
                    <a:pt x="313690" y="2413"/>
                  </a:cubicBezTo>
                  <a:lnTo>
                    <a:pt x="308737" y="6350"/>
                  </a:lnTo>
                  <a:lnTo>
                    <a:pt x="308737" y="0"/>
                  </a:lnTo>
                  <a:lnTo>
                    <a:pt x="308737" y="6350"/>
                  </a:lnTo>
                  <a:lnTo>
                    <a:pt x="308737" y="0"/>
                  </a:lnTo>
                  <a:cubicBezTo>
                    <a:pt x="479298" y="0"/>
                    <a:pt x="617601" y="138303"/>
                    <a:pt x="617601" y="308737"/>
                  </a:cubicBezTo>
                  <a:cubicBezTo>
                    <a:pt x="617601" y="311150"/>
                    <a:pt x="616204" y="313309"/>
                    <a:pt x="614045" y="314452"/>
                  </a:cubicBezTo>
                  <a:lnTo>
                    <a:pt x="611251" y="308737"/>
                  </a:lnTo>
                  <a:lnTo>
                    <a:pt x="617601" y="308737"/>
                  </a:lnTo>
                  <a:cubicBezTo>
                    <a:pt x="617601" y="479298"/>
                    <a:pt x="479298" y="617474"/>
                    <a:pt x="308864" y="617474"/>
                  </a:cubicBezTo>
                  <a:lnTo>
                    <a:pt x="308864" y="611124"/>
                  </a:lnTo>
                  <a:lnTo>
                    <a:pt x="308864" y="604774"/>
                  </a:lnTo>
                  <a:lnTo>
                    <a:pt x="308864" y="611124"/>
                  </a:lnTo>
                  <a:lnTo>
                    <a:pt x="308864" y="617474"/>
                  </a:lnTo>
                  <a:cubicBezTo>
                    <a:pt x="138303" y="617601"/>
                    <a:pt x="0" y="479298"/>
                    <a:pt x="0" y="308737"/>
                  </a:cubicBezTo>
                  <a:lnTo>
                    <a:pt x="6350" y="308737"/>
                  </a:lnTo>
                  <a:lnTo>
                    <a:pt x="0" y="308737"/>
                  </a:lnTo>
                  <a:moveTo>
                    <a:pt x="12700" y="308737"/>
                  </a:moveTo>
                  <a:lnTo>
                    <a:pt x="6350" y="308737"/>
                  </a:lnTo>
                  <a:lnTo>
                    <a:pt x="12700" y="308737"/>
                  </a:lnTo>
                  <a:cubicBezTo>
                    <a:pt x="12700" y="472313"/>
                    <a:pt x="145288" y="604901"/>
                    <a:pt x="308737" y="604901"/>
                  </a:cubicBezTo>
                  <a:cubicBezTo>
                    <a:pt x="312293" y="604901"/>
                    <a:pt x="315087" y="607695"/>
                    <a:pt x="315087" y="611251"/>
                  </a:cubicBezTo>
                  <a:cubicBezTo>
                    <a:pt x="315087" y="614807"/>
                    <a:pt x="312293" y="617601"/>
                    <a:pt x="308737" y="617601"/>
                  </a:cubicBezTo>
                  <a:cubicBezTo>
                    <a:pt x="305181" y="617601"/>
                    <a:pt x="302387" y="614807"/>
                    <a:pt x="302387" y="611251"/>
                  </a:cubicBezTo>
                  <a:cubicBezTo>
                    <a:pt x="302387" y="607695"/>
                    <a:pt x="305181" y="604901"/>
                    <a:pt x="308737" y="604901"/>
                  </a:cubicBezTo>
                  <a:cubicBezTo>
                    <a:pt x="472313" y="604901"/>
                    <a:pt x="604774" y="472313"/>
                    <a:pt x="604774" y="308864"/>
                  </a:cubicBezTo>
                  <a:cubicBezTo>
                    <a:pt x="604774" y="306451"/>
                    <a:pt x="606171" y="304292"/>
                    <a:pt x="608330" y="303149"/>
                  </a:cubicBezTo>
                  <a:lnTo>
                    <a:pt x="611124" y="308864"/>
                  </a:lnTo>
                  <a:lnTo>
                    <a:pt x="604774" y="308864"/>
                  </a:lnTo>
                  <a:cubicBezTo>
                    <a:pt x="604901" y="145288"/>
                    <a:pt x="472313" y="12700"/>
                    <a:pt x="308737" y="12700"/>
                  </a:cubicBezTo>
                  <a:cubicBezTo>
                    <a:pt x="306832" y="12700"/>
                    <a:pt x="304927" y="11811"/>
                    <a:pt x="303784" y="10287"/>
                  </a:cubicBezTo>
                  <a:lnTo>
                    <a:pt x="308737" y="6350"/>
                  </a:lnTo>
                  <a:lnTo>
                    <a:pt x="308737" y="12700"/>
                  </a:lnTo>
                  <a:cubicBezTo>
                    <a:pt x="145288" y="12700"/>
                    <a:pt x="12700" y="145288"/>
                    <a:pt x="12700" y="308737"/>
                  </a:cubicBezTo>
                  <a:close/>
                </a:path>
              </a:pathLst>
            </a:custGeom>
            <a:solidFill>
              <a:srgbClr val="3C3838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8286364" y="3680373"/>
            <a:ext cx="11611564" cy="2696029"/>
            <a:chOff x="0" y="0"/>
            <a:chExt cx="12594035" cy="29241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94035" cy="2924144"/>
            </a:xfrm>
            <a:custGeom>
              <a:avLst/>
              <a:gdLst/>
              <a:ahLst/>
              <a:cxnLst/>
              <a:rect b="b" l="l" r="r" t="t"/>
              <a:pathLst>
                <a:path h="2924144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924144"/>
                  </a:lnTo>
                  <a:lnTo>
                    <a:pt x="0" y="2924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594035" cy="2971769"/>
            </a:xfrm>
            <a:prstGeom prst="rect">
              <a:avLst/>
            </a:prstGeom>
          </p:spPr>
          <p:txBody>
            <a:bodyPr anchor="t" bIns="0" lIns="0" numCol="1" rIns="0" rtlCol="0" tIns="0"/>
            <a:lstStyle/>
            <a:p>
              <a:pPr algn="l">
                <a:lnSpc>
                  <a:spcPts val="8429"/>
                </a:lnSpc>
              </a:pPr>
              <a:r>
                <a:rPr lang="en-US" spc="-135" sz="6699">
                  <a:solidFill>
                    <a:srgbClr val="FF8AAF"/>
                  </a:solidFill>
                  <a:latin typeface="Petrona"/>
                  <a:ea typeface="Petrona"/>
                  <a:cs typeface="Petrona"/>
                  <a:sym typeface="Petrona"/>
                </a:rPr>
                <a:t>FitFlex: Your Fitness Personal Companion</a:t>
              </a:r>
            </a:p>
          </p:txBody>
        </p:sp>
      </p:grpSp>
    </p:spTree>
  </p:cSld>
  <p:clrMapOvr>
    <a:masterClrMapping/>
  </p:clrMapOvr>
  <p:timing>
    <p:tnLst>
      <p:par>
        <p:cTn dur="indefinite" id="1" nodeType="tmRoot" restart="never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/>
  <Words>328</Words>
  <Paragraphs>100</Paragraphs>
  <Slides>19</Slides>
  <Notes>11</Notes>
  <TotalTime>56</TotalTime>
  <HiddenSlides>0</HiddenSlides>
  <MMClips>0</MMClips>
  <ScaleCrop>false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baseType="lpstr" size="24">
      <vt:lpstr>Arial</vt:lpstr>
      <vt:lpstr>Petrona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lication>Microsoft Office PowerPoint</Application>
  <AppVersion>15.0000</AppVersion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identifier>DAGjf1I2Ef4</dc:identifier>
  <cp:lastModifiedBy>Microsoft account</cp:lastModifiedBy>
  <dcterms:modified xsi:type="dcterms:W3CDTF">2025-04-05T17:15:54Z</dcterms:modified>
  <cp:revision>6</cp:revision>
  <dc:title>FitFlex-Your-Fitness-Personal-Companion (3) (1).pptx</dc:title>
</cp:coreProperties>
</file>